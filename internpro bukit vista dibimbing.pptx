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1" r:id="rId1"/>
  </p:sldMasterIdLst>
  <p:notesMasterIdLst>
    <p:notesMasterId r:id="rId11"/>
  </p:notesMasterIdLst>
  <p:sldIdLst>
    <p:sldId id="256" r:id="rId2"/>
    <p:sldId id="262" r:id="rId3"/>
    <p:sldId id="257" r:id="rId4"/>
    <p:sldId id="258" r:id="rId5"/>
    <p:sldId id="267" r:id="rId6"/>
    <p:sldId id="343" r:id="rId7"/>
    <p:sldId id="342" r:id="rId8"/>
    <p:sldId id="345" r:id="rId9"/>
    <p:sldId id="316" r:id="rId10"/>
  </p:sldIdLst>
  <p:sldSz cx="9144000" cy="5143500" type="screen16x9"/>
  <p:notesSz cx="6858000" cy="9144000"/>
  <p:embeddedFontLst>
    <p:embeddedFont>
      <p:font typeface="Josefin Sans" pitchFamily="2" charset="0"/>
      <p:regular r:id="rId12"/>
      <p:bold r:id="rId13"/>
      <p:italic r:id="rId14"/>
      <p:boldItalic r:id="rId15"/>
    </p:embeddedFont>
    <p:embeddedFont>
      <p:font typeface="Josefin Sans Medium" panose="020B0604020202020204" charset="0"/>
      <p:regular r:id="rId16"/>
      <p:bold r:id="rId17"/>
      <p:italic r:id="rId18"/>
      <p:boldItalic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Lato Light" panose="020F0502020204030203" pitchFamily="34" charset="0"/>
      <p:regular r:id="rId24"/>
      <p:bold r:id="rId25"/>
      <p:italic r:id="rId26"/>
      <p:boldItalic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Poppins" panose="00000500000000000000" pitchFamily="2" charset="0"/>
      <p:regular r:id="rId32"/>
      <p:bold r:id="rId33"/>
      <p:italic r:id="rId34"/>
      <p:boldItalic r:id="rId35"/>
    </p:embeddedFont>
    <p:embeddedFont>
      <p:font typeface="Roboto Light" panose="02000000000000000000" pitchFamily="2" charset="0"/>
      <p:regular r:id="rId36"/>
      <p: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37E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E64C90-4223-4959-90E8-D21326807759}">
  <a:tblStyle styleId="{D4E64C90-4223-4959-90E8-D213268077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9" Type="http://schemas.openxmlformats.org/officeDocument/2006/relationships/viewProps" Target="viewProps.xml"/><Relationship Id="rId21" Type="http://schemas.openxmlformats.org/officeDocument/2006/relationships/font" Target="fonts/font10.fntdata"/><Relationship Id="rId34" Type="http://schemas.openxmlformats.org/officeDocument/2006/relationships/font" Target="fonts/font2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font" Target="fonts/font21.fntdata"/><Relationship Id="rId37" Type="http://schemas.openxmlformats.org/officeDocument/2006/relationships/font" Target="fonts/font2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36" Type="http://schemas.openxmlformats.org/officeDocument/2006/relationships/font" Target="fonts/font25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font" Target="fonts/font2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font" Target="fonts/font2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921508b9e6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921508b9e6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8bae437e4a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8bae437e4a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8d1a54ff8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8d1a54ff8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8bae437e4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8bae437e4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b7cb982f39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b7cb982f39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>
          <a:extLst>
            <a:ext uri="{FF2B5EF4-FFF2-40B4-BE49-F238E27FC236}">
              <a16:creationId xmlns:a16="http://schemas.microsoft.com/office/drawing/2014/main" id="{14B0B548-4933-0F21-74C8-215CF335A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b7af70e48e_0_82:notes">
            <a:extLst>
              <a:ext uri="{FF2B5EF4-FFF2-40B4-BE49-F238E27FC236}">
                <a16:creationId xmlns:a16="http://schemas.microsoft.com/office/drawing/2014/main" id="{007263EB-E3B9-24E7-C99D-FBB6228851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b7af70e48e_0_82:notes">
            <a:extLst>
              <a:ext uri="{FF2B5EF4-FFF2-40B4-BE49-F238E27FC236}">
                <a16:creationId xmlns:a16="http://schemas.microsoft.com/office/drawing/2014/main" id="{41B938CD-969E-0976-12F7-CB7475A001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2612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1">
          <a:extLst>
            <a:ext uri="{FF2B5EF4-FFF2-40B4-BE49-F238E27FC236}">
              <a16:creationId xmlns:a16="http://schemas.microsoft.com/office/drawing/2014/main" id="{A7308A82-32E5-EA5E-BC1C-79248AEBF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g8edff06ba9_1_18:notes">
            <a:extLst>
              <a:ext uri="{FF2B5EF4-FFF2-40B4-BE49-F238E27FC236}">
                <a16:creationId xmlns:a16="http://schemas.microsoft.com/office/drawing/2014/main" id="{F280EAB7-9EA9-5339-3B60-5734B21885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3" name="Google Shape;1643;g8edff06ba9_1_18:notes">
            <a:extLst>
              <a:ext uri="{FF2B5EF4-FFF2-40B4-BE49-F238E27FC236}">
                <a16:creationId xmlns:a16="http://schemas.microsoft.com/office/drawing/2014/main" id="{0587BCA5-7AAB-63F6-19D4-0A0F186004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23576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EB9E60E6-C6DA-EE7B-34F4-F7227BCEA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b7af70e745_0_128:notes">
            <a:extLst>
              <a:ext uri="{FF2B5EF4-FFF2-40B4-BE49-F238E27FC236}">
                <a16:creationId xmlns:a16="http://schemas.microsoft.com/office/drawing/2014/main" id="{1BEF3015-BD0E-4E31-08FA-4CCCB75131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b7af70e745_0_128:notes">
            <a:extLst>
              <a:ext uri="{FF2B5EF4-FFF2-40B4-BE49-F238E27FC236}">
                <a16:creationId xmlns:a16="http://schemas.microsoft.com/office/drawing/2014/main" id="{5067F854-7FFD-3150-714D-FAF4120347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3394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866231971c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866231971c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4400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356100" y="1167938"/>
            <a:ext cx="4408800" cy="16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356101" y="2855962"/>
            <a:ext cx="4408500" cy="11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 idx="2"/>
          </p:nvPr>
        </p:nvSpPr>
        <p:spPr>
          <a:xfrm>
            <a:off x="5632100" y="317500"/>
            <a:ext cx="3132600" cy="25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>
            <a:spLocks noGrp="1"/>
          </p:cNvSpPr>
          <p:nvPr>
            <p:ph type="pic" idx="3"/>
          </p:nvPr>
        </p:nvSpPr>
        <p:spPr>
          <a:xfrm>
            <a:off x="0" y="0"/>
            <a:ext cx="6803100" cy="5139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20000" y="548640"/>
            <a:ext cx="7704000" cy="59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19950" y="1103354"/>
            <a:ext cx="7704000" cy="3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  <a:defRPr sz="1250"/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 sz="1250"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 Light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/>
          <p:nvPr/>
        </p:nvSpPr>
        <p:spPr>
          <a:xfrm rot="-220157">
            <a:off x="4140515" y="-2378374"/>
            <a:ext cx="12883966" cy="2642905"/>
          </a:xfrm>
          <a:custGeom>
            <a:avLst/>
            <a:gdLst/>
            <a:ahLst/>
            <a:cxnLst/>
            <a:rect l="l" t="t" r="r" b="b"/>
            <a:pathLst>
              <a:path w="249105" h="67994" extrusionOk="0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726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4801600" y="-1511840"/>
            <a:ext cx="12883711" cy="2163229"/>
          </a:xfrm>
          <a:custGeom>
            <a:avLst/>
            <a:gdLst/>
            <a:ahLst/>
            <a:cxnLst/>
            <a:rect l="l" t="t" r="r" b="b"/>
            <a:pathLst>
              <a:path w="249105" h="67994" extrusionOk="0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 rot="1828969">
            <a:off x="-2189620" y="-2399287"/>
            <a:ext cx="12937420" cy="12775982"/>
          </a:xfrm>
          <a:custGeom>
            <a:avLst/>
            <a:gdLst/>
            <a:ahLst/>
            <a:cxnLst/>
            <a:rect l="l" t="t" r="r" b="b"/>
            <a:pathLst>
              <a:path w="274713" h="156651" extrusionOk="0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 rot="1828969">
            <a:off x="-229020" y="-2177787"/>
            <a:ext cx="12937420" cy="12775982"/>
          </a:xfrm>
          <a:custGeom>
            <a:avLst/>
            <a:gdLst/>
            <a:ahLst/>
            <a:cxnLst/>
            <a:rect l="l" t="t" r="r" b="b"/>
            <a:pathLst>
              <a:path w="274713" h="156651" extrusionOk="0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720000" y="553086"/>
            <a:ext cx="23997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ubTitle" idx="1"/>
          </p:nvPr>
        </p:nvSpPr>
        <p:spPr>
          <a:xfrm>
            <a:off x="720000" y="1615750"/>
            <a:ext cx="3106800" cy="18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720000" y="552528"/>
            <a:ext cx="37740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2" hasCustomPrompt="1"/>
          </p:nvPr>
        </p:nvSpPr>
        <p:spPr>
          <a:xfrm>
            <a:off x="741775" y="1615003"/>
            <a:ext cx="1412100" cy="87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"/>
          </p:nvPr>
        </p:nvSpPr>
        <p:spPr>
          <a:xfrm>
            <a:off x="741775" y="2228604"/>
            <a:ext cx="2225400" cy="4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3" hasCustomPrompt="1"/>
          </p:nvPr>
        </p:nvSpPr>
        <p:spPr>
          <a:xfrm>
            <a:off x="3371338" y="1615003"/>
            <a:ext cx="1411200" cy="87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4"/>
          </p:nvPr>
        </p:nvSpPr>
        <p:spPr>
          <a:xfrm>
            <a:off x="3371351" y="2228600"/>
            <a:ext cx="2482500" cy="4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5" hasCustomPrompt="1"/>
          </p:nvPr>
        </p:nvSpPr>
        <p:spPr>
          <a:xfrm>
            <a:off x="5957688" y="1615003"/>
            <a:ext cx="1411200" cy="87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6"/>
          </p:nvPr>
        </p:nvSpPr>
        <p:spPr>
          <a:xfrm>
            <a:off x="5957688" y="2228604"/>
            <a:ext cx="2398800" cy="4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7" hasCustomPrompt="1"/>
          </p:nvPr>
        </p:nvSpPr>
        <p:spPr>
          <a:xfrm>
            <a:off x="741775" y="2964073"/>
            <a:ext cx="1411200" cy="87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8"/>
          </p:nvPr>
        </p:nvSpPr>
        <p:spPr>
          <a:xfrm>
            <a:off x="741775" y="3573285"/>
            <a:ext cx="2225400" cy="4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9" hasCustomPrompt="1"/>
          </p:nvPr>
        </p:nvSpPr>
        <p:spPr>
          <a:xfrm>
            <a:off x="3371338" y="2964073"/>
            <a:ext cx="1411200" cy="87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3"/>
          </p:nvPr>
        </p:nvSpPr>
        <p:spPr>
          <a:xfrm>
            <a:off x="3371338" y="3573285"/>
            <a:ext cx="2395800" cy="4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4" hasCustomPrompt="1"/>
          </p:nvPr>
        </p:nvSpPr>
        <p:spPr>
          <a:xfrm>
            <a:off x="5957688" y="2964073"/>
            <a:ext cx="1411200" cy="87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5"/>
          </p:nvPr>
        </p:nvSpPr>
        <p:spPr>
          <a:xfrm>
            <a:off x="5957688" y="3573285"/>
            <a:ext cx="2395800" cy="4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/>
          <p:nvPr/>
        </p:nvSpPr>
        <p:spPr>
          <a:xfrm rot="681460" flipH="1">
            <a:off x="-2056195" y="2877808"/>
            <a:ext cx="5011380" cy="3046220"/>
          </a:xfrm>
          <a:custGeom>
            <a:avLst/>
            <a:gdLst/>
            <a:ahLst/>
            <a:cxnLst/>
            <a:rect l="l" t="t" r="r" b="b"/>
            <a:pathLst>
              <a:path w="274713" h="156651" extrusionOk="0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5006013" y="-1420128"/>
            <a:ext cx="9379426" cy="1699850"/>
          </a:xfrm>
          <a:custGeom>
            <a:avLst/>
            <a:gdLst/>
            <a:ahLst/>
            <a:cxnLst/>
            <a:rect l="l" t="t" r="r" b="b"/>
            <a:pathLst>
              <a:path w="249105" h="67994" extrusionOk="0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3"/>
          <p:cNvSpPr/>
          <p:nvPr/>
        </p:nvSpPr>
        <p:spPr>
          <a:xfrm rot="681460" flipH="1">
            <a:off x="-2876711" y="2526183"/>
            <a:ext cx="5011380" cy="3046220"/>
          </a:xfrm>
          <a:custGeom>
            <a:avLst/>
            <a:gdLst/>
            <a:ahLst/>
            <a:cxnLst/>
            <a:rect l="l" t="t" r="r" b="b"/>
            <a:pathLst>
              <a:path w="274713" h="156651" extrusionOk="0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4244013" y="-1259525"/>
            <a:ext cx="9379426" cy="1699850"/>
          </a:xfrm>
          <a:custGeom>
            <a:avLst/>
            <a:gdLst/>
            <a:ahLst/>
            <a:cxnLst/>
            <a:rect l="l" t="t" r="r" b="b"/>
            <a:pathLst>
              <a:path w="249105" h="67994" extrusionOk="0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6"/>
          </p:nvPr>
        </p:nvSpPr>
        <p:spPr>
          <a:xfrm>
            <a:off x="741775" y="2539626"/>
            <a:ext cx="22254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7"/>
          </p:nvPr>
        </p:nvSpPr>
        <p:spPr>
          <a:xfrm>
            <a:off x="3371338" y="2539626"/>
            <a:ext cx="22179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8"/>
          </p:nvPr>
        </p:nvSpPr>
        <p:spPr>
          <a:xfrm>
            <a:off x="5957688" y="2539626"/>
            <a:ext cx="23958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9"/>
          </p:nvPr>
        </p:nvSpPr>
        <p:spPr>
          <a:xfrm>
            <a:off x="741775" y="3893946"/>
            <a:ext cx="22254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20"/>
          </p:nvPr>
        </p:nvSpPr>
        <p:spPr>
          <a:xfrm>
            <a:off x="3371338" y="3893946"/>
            <a:ext cx="23958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21"/>
          </p:nvPr>
        </p:nvSpPr>
        <p:spPr>
          <a:xfrm>
            <a:off x="5957688" y="3893946"/>
            <a:ext cx="23958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6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/>
          <p:nvPr/>
        </p:nvSpPr>
        <p:spPr>
          <a:xfrm rot="1828969">
            <a:off x="938629" y="-2221121"/>
            <a:ext cx="12937420" cy="12775982"/>
          </a:xfrm>
          <a:custGeom>
            <a:avLst/>
            <a:gdLst/>
            <a:ahLst/>
            <a:cxnLst/>
            <a:rect l="l" t="t" r="r" b="b"/>
            <a:pathLst>
              <a:path w="274713" h="156651" extrusionOk="0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9"/>
          <p:cNvSpPr/>
          <p:nvPr/>
        </p:nvSpPr>
        <p:spPr>
          <a:xfrm rot="1828969">
            <a:off x="-1021971" y="-2747421"/>
            <a:ext cx="12937420" cy="12775982"/>
          </a:xfrm>
          <a:custGeom>
            <a:avLst/>
            <a:gdLst/>
            <a:ahLst/>
            <a:cxnLst/>
            <a:rect l="l" t="t" r="r" b="b"/>
            <a:pathLst>
              <a:path w="274713" h="156651" extrusionOk="0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title"/>
          </p:nvPr>
        </p:nvSpPr>
        <p:spPr>
          <a:xfrm>
            <a:off x="720000" y="55026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8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/>
          <p:nvPr/>
        </p:nvSpPr>
        <p:spPr>
          <a:xfrm rot="-10501244">
            <a:off x="4750330" y="4257207"/>
            <a:ext cx="7627109" cy="1699821"/>
          </a:xfrm>
          <a:custGeom>
            <a:avLst/>
            <a:gdLst/>
            <a:ahLst/>
            <a:cxnLst/>
            <a:rect l="l" t="t" r="r" b="b"/>
            <a:pathLst>
              <a:path w="249105" h="67994" extrusionOk="0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1"/>
          <p:cNvSpPr/>
          <p:nvPr/>
        </p:nvSpPr>
        <p:spPr>
          <a:xfrm rot="10799719">
            <a:off x="3044004" y="4485368"/>
            <a:ext cx="7626972" cy="1699850"/>
          </a:xfrm>
          <a:custGeom>
            <a:avLst/>
            <a:gdLst/>
            <a:ahLst/>
            <a:cxnLst/>
            <a:rect l="l" t="t" r="r" b="b"/>
            <a:pathLst>
              <a:path w="249105" h="67994" extrusionOk="0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1"/>
          <p:cNvSpPr/>
          <p:nvPr/>
        </p:nvSpPr>
        <p:spPr>
          <a:xfrm rot="-298756" flipH="1">
            <a:off x="-2355320" y="-943443"/>
            <a:ext cx="7627109" cy="1699821"/>
          </a:xfrm>
          <a:custGeom>
            <a:avLst/>
            <a:gdLst/>
            <a:ahLst/>
            <a:cxnLst/>
            <a:rect l="l" t="t" r="r" b="b"/>
            <a:pathLst>
              <a:path w="249105" h="67994" extrusionOk="0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1"/>
          <p:cNvSpPr/>
          <p:nvPr/>
        </p:nvSpPr>
        <p:spPr>
          <a:xfrm rot="281" flipH="1">
            <a:off x="-4061646" y="-1171633"/>
            <a:ext cx="7626972" cy="1699850"/>
          </a:xfrm>
          <a:custGeom>
            <a:avLst/>
            <a:gdLst/>
            <a:ahLst/>
            <a:cxnLst/>
            <a:rect l="l" t="t" r="r" b="b"/>
            <a:pathLst>
              <a:path w="249105" h="67994" extrusionOk="0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title"/>
          </p:nvPr>
        </p:nvSpPr>
        <p:spPr>
          <a:xfrm>
            <a:off x="1869450" y="551250"/>
            <a:ext cx="5405100" cy="7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1"/>
          </p:nvPr>
        </p:nvSpPr>
        <p:spPr>
          <a:xfrm>
            <a:off x="3625341" y="3400000"/>
            <a:ext cx="2194500" cy="1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2"/>
          </p:nvPr>
        </p:nvSpPr>
        <p:spPr>
          <a:xfrm>
            <a:off x="6279741" y="3400000"/>
            <a:ext cx="2194500" cy="1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3"/>
          </p:nvPr>
        </p:nvSpPr>
        <p:spPr>
          <a:xfrm>
            <a:off x="3616200" y="3058050"/>
            <a:ext cx="2221500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4"/>
          </p:nvPr>
        </p:nvSpPr>
        <p:spPr>
          <a:xfrm>
            <a:off x="6270600" y="3058050"/>
            <a:ext cx="2221500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17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>
            <a:spLocks noGrp="1"/>
          </p:cNvSpPr>
          <p:nvPr>
            <p:ph type="title"/>
          </p:nvPr>
        </p:nvSpPr>
        <p:spPr>
          <a:xfrm>
            <a:off x="720000" y="551913"/>
            <a:ext cx="2971500" cy="11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33"/>
          <p:cNvSpPr txBox="1">
            <a:spLocks noGrp="1"/>
          </p:cNvSpPr>
          <p:nvPr>
            <p:ph type="subTitle" idx="1"/>
          </p:nvPr>
        </p:nvSpPr>
        <p:spPr>
          <a:xfrm>
            <a:off x="1926100" y="3604908"/>
            <a:ext cx="2212800" cy="1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65" name="Google Shape;265;p33"/>
          <p:cNvSpPr txBox="1">
            <a:spLocks noGrp="1"/>
          </p:cNvSpPr>
          <p:nvPr>
            <p:ph type="subTitle" idx="2"/>
          </p:nvPr>
        </p:nvSpPr>
        <p:spPr>
          <a:xfrm>
            <a:off x="4943850" y="3604908"/>
            <a:ext cx="2212800" cy="1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66" name="Google Shape;266;p33"/>
          <p:cNvSpPr txBox="1">
            <a:spLocks noGrp="1"/>
          </p:cNvSpPr>
          <p:nvPr>
            <p:ph type="subTitle" idx="3"/>
          </p:nvPr>
        </p:nvSpPr>
        <p:spPr>
          <a:xfrm>
            <a:off x="4943850" y="1556850"/>
            <a:ext cx="2212800" cy="1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67" name="Google Shape;267;p33"/>
          <p:cNvSpPr txBox="1">
            <a:spLocks noGrp="1"/>
          </p:cNvSpPr>
          <p:nvPr>
            <p:ph type="subTitle" idx="4"/>
          </p:nvPr>
        </p:nvSpPr>
        <p:spPr>
          <a:xfrm>
            <a:off x="1917400" y="3262958"/>
            <a:ext cx="2221500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68" name="Google Shape;268;p33"/>
          <p:cNvSpPr txBox="1">
            <a:spLocks noGrp="1"/>
          </p:cNvSpPr>
          <p:nvPr>
            <p:ph type="subTitle" idx="5"/>
          </p:nvPr>
        </p:nvSpPr>
        <p:spPr>
          <a:xfrm>
            <a:off x="4943850" y="3262958"/>
            <a:ext cx="2221500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69" name="Google Shape;269;p33"/>
          <p:cNvSpPr txBox="1">
            <a:spLocks noGrp="1"/>
          </p:cNvSpPr>
          <p:nvPr>
            <p:ph type="subTitle" idx="6"/>
          </p:nvPr>
        </p:nvSpPr>
        <p:spPr>
          <a:xfrm>
            <a:off x="4943850" y="1243773"/>
            <a:ext cx="2221500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70" name="Google Shape;270;p33"/>
          <p:cNvSpPr/>
          <p:nvPr/>
        </p:nvSpPr>
        <p:spPr>
          <a:xfrm rot="-10501244">
            <a:off x="4750330" y="4257207"/>
            <a:ext cx="7627109" cy="1699821"/>
          </a:xfrm>
          <a:custGeom>
            <a:avLst/>
            <a:gdLst/>
            <a:ahLst/>
            <a:cxnLst/>
            <a:rect l="l" t="t" r="r" b="b"/>
            <a:pathLst>
              <a:path w="249105" h="67994" extrusionOk="0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3"/>
          <p:cNvSpPr/>
          <p:nvPr/>
        </p:nvSpPr>
        <p:spPr>
          <a:xfrm rot="10799719">
            <a:off x="3044004" y="4485368"/>
            <a:ext cx="7626972" cy="1699850"/>
          </a:xfrm>
          <a:custGeom>
            <a:avLst/>
            <a:gdLst/>
            <a:ahLst/>
            <a:cxnLst/>
            <a:rect l="l" t="t" r="r" b="b"/>
            <a:pathLst>
              <a:path w="249105" h="67994" extrusionOk="0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20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 txBox="1">
            <a:spLocks noGrp="1"/>
          </p:cNvSpPr>
          <p:nvPr>
            <p:ph type="title"/>
          </p:nvPr>
        </p:nvSpPr>
        <p:spPr>
          <a:xfrm>
            <a:off x="2772050" y="548650"/>
            <a:ext cx="4093200" cy="7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5" name="Google Shape;295;p36"/>
          <p:cNvSpPr/>
          <p:nvPr/>
        </p:nvSpPr>
        <p:spPr>
          <a:xfrm flipH="1">
            <a:off x="-2784105" y="2564875"/>
            <a:ext cx="5011452" cy="3046079"/>
          </a:xfrm>
          <a:custGeom>
            <a:avLst/>
            <a:gdLst/>
            <a:ahLst/>
            <a:cxnLst/>
            <a:rect l="l" t="t" r="r" b="b"/>
            <a:pathLst>
              <a:path w="274713" h="156651" extrusionOk="0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6"/>
          <p:cNvSpPr/>
          <p:nvPr/>
        </p:nvSpPr>
        <p:spPr>
          <a:xfrm flipH="1">
            <a:off x="-3512955" y="2381750"/>
            <a:ext cx="5011452" cy="3046079"/>
          </a:xfrm>
          <a:custGeom>
            <a:avLst/>
            <a:gdLst/>
            <a:ahLst/>
            <a:cxnLst/>
            <a:rect l="l" t="t" r="r" b="b"/>
            <a:pathLst>
              <a:path w="274713" h="156651" extrusionOk="0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6"/>
          <p:cNvSpPr/>
          <p:nvPr/>
        </p:nvSpPr>
        <p:spPr>
          <a:xfrm rot="10643912" flipH="1">
            <a:off x="1490720" y="-1041491"/>
            <a:ext cx="9759623" cy="3552594"/>
          </a:xfrm>
          <a:custGeom>
            <a:avLst/>
            <a:gdLst/>
            <a:ahLst/>
            <a:cxnLst/>
            <a:rect l="l" t="t" r="r" b="b"/>
            <a:pathLst>
              <a:path w="274713" h="156651" extrusionOk="0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5">
  <p:cSld name="CUSTOM_26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4"/>
          <p:cNvSpPr/>
          <p:nvPr/>
        </p:nvSpPr>
        <p:spPr>
          <a:xfrm rot="-10501244">
            <a:off x="4953855" y="4088957"/>
            <a:ext cx="7627109" cy="1699821"/>
          </a:xfrm>
          <a:custGeom>
            <a:avLst/>
            <a:gdLst/>
            <a:ahLst/>
            <a:cxnLst/>
            <a:rect l="l" t="t" r="r" b="b"/>
            <a:pathLst>
              <a:path w="249105" h="67994" extrusionOk="0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44"/>
          <p:cNvSpPr/>
          <p:nvPr/>
        </p:nvSpPr>
        <p:spPr>
          <a:xfrm rot="-220157">
            <a:off x="-2546035" y="-2269308"/>
            <a:ext cx="12883966" cy="2642905"/>
          </a:xfrm>
          <a:custGeom>
            <a:avLst/>
            <a:gdLst/>
            <a:ahLst/>
            <a:cxnLst/>
            <a:rect l="l" t="t" r="r" b="b"/>
            <a:pathLst>
              <a:path w="249105" h="67994" extrusionOk="0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726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44"/>
          <p:cNvSpPr/>
          <p:nvPr/>
        </p:nvSpPr>
        <p:spPr>
          <a:xfrm>
            <a:off x="-4137750" y="-1555174"/>
            <a:ext cx="12883711" cy="2163229"/>
          </a:xfrm>
          <a:custGeom>
            <a:avLst/>
            <a:gdLst/>
            <a:ahLst/>
            <a:cxnLst/>
            <a:rect l="l" t="t" r="r" b="b"/>
            <a:pathLst>
              <a:path w="249105" h="67994" extrusionOk="0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44"/>
          <p:cNvSpPr txBox="1">
            <a:spLocks noGrp="1"/>
          </p:cNvSpPr>
          <p:nvPr>
            <p:ph type="title"/>
          </p:nvPr>
        </p:nvSpPr>
        <p:spPr>
          <a:xfrm>
            <a:off x="2755200" y="550075"/>
            <a:ext cx="3633600" cy="11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6" name="Google Shape;366;p44"/>
          <p:cNvSpPr txBox="1">
            <a:spLocks noGrp="1"/>
          </p:cNvSpPr>
          <p:nvPr>
            <p:ph type="subTitle" idx="1"/>
          </p:nvPr>
        </p:nvSpPr>
        <p:spPr>
          <a:xfrm>
            <a:off x="2627917" y="3460175"/>
            <a:ext cx="1993500" cy="1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7" name="Google Shape;367;p44"/>
          <p:cNvSpPr txBox="1">
            <a:spLocks noGrp="1"/>
          </p:cNvSpPr>
          <p:nvPr>
            <p:ph type="subTitle" idx="2"/>
          </p:nvPr>
        </p:nvSpPr>
        <p:spPr>
          <a:xfrm>
            <a:off x="2627917" y="3087113"/>
            <a:ext cx="1993500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44"/>
          <p:cNvSpPr txBox="1">
            <a:spLocks noGrp="1"/>
          </p:cNvSpPr>
          <p:nvPr>
            <p:ph type="subTitle" idx="3"/>
          </p:nvPr>
        </p:nvSpPr>
        <p:spPr>
          <a:xfrm>
            <a:off x="6396309" y="3460175"/>
            <a:ext cx="1981200" cy="1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9" name="Google Shape;369;p44"/>
          <p:cNvSpPr txBox="1">
            <a:spLocks noGrp="1"/>
          </p:cNvSpPr>
          <p:nvPr>
            <p:ph type="subTitle" idx="4"/>
          </p:nvPr>
        </p:nvSpPr>
        <p:spPr>
          <a:xfrm>
            <a:off x="6390159" y="3087113"/>
            <a:ext cx="1993500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44"/>
          <p:cNvSpPr txBox="1">
            <a:spLocks noGrp="1"/>
          </p:cNvSpPr>
          <p:nvPr>
            <p:ph type="subTitle" idx="5"/>
          </p:nvPr>
        </p:nvSpPr>
        <p:spPr>
          <a:xfrm>
            <a:off x="4517896" y="3460175"/>
            <a:ext cx="1981200" cy="1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71" name="Google Shape;371;p44"/>
          <p:cNvSpPr txBox="1">
            <a:spLocks noGrp="1"/>
          </p:cNvSpPr>
          <p:nvPr>
            <p:ph type="subTitle" idx="6"/>
          </p:nvPr>
        </p:nvSpPr>
        <p:spPr>
          <a:xfrm>
            <a:off x="4511746" y="3087113"/>
            <a:ext cx="1993500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44"/>
          <p:cNvSpPr txBox="1">
            <a:spLocks noGrp="1"/>
          </p:cNvSpPr>
          <p:nvPr>
            <p:ph type="subTitle" idx="7"/>
          </p:nvPr>
        </p:nvSpPr>
        <p:spPr>
          <a:xfrm>
            <a:off x="766491" y="3460175"/>
            <a:ext cx="1981200" cy="1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73" name="Google Shape;373;p44"/>
          <p:cNvSpPr txBox="1">
            <a:spLocks noGrp="1"/>
          </p:cNvSpPr>
          <p:nvPr>
            <p:ph type="subTitle" idx="8"/>
          </p:nvPr>
        </p:nvSpPr>
        <p:spPr>
          <a:xfrm>
            <a:off x="760341" y="3087113"/>
            <a:ext cx="1993500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44"/>
          <p:cNvSpPr txBox="1">
            <a:spLocks noGrp="1"/>
          </p:cNvSpPr>
          <p:nvPr>
            <p:ph type="title" idx="9"/>
          </p:nvPr>
        </p:nvSpPr>
        <p:spPr>
          <a:xfrm>
            <a:off x="766813" y="1523314"/>
            <a:ext cx="1993500" cy="11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 b="1">
                <a:solidFill>
                  <a:schemeClr val="accent5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75" name="Google Shape;375;p44"/>
          <p:cNvSpPr txBox="1">
            <a:spLocks noGrp="1"/>
          </p:cNvSpPr>
          <p:nvPr>
            <p:ph type="title" idx="13"/>
          </p:nvPr>
        </p:nvSpPr>
        <p:spPr>
          <a:xfrm>
            <a:off x="2646013" y="1523314"/>
            <a:ext cx="1993500" cy="11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 b="1">
                <a:solidFill>
                  <a:schemeClr val="accent5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76" name="Google Shape;376;p44"/>
          <p:cNvSpPr txBox="1">
            <a:spLocks noGrp="1"/>
          </p:cNvSpPr>
          <p:nvPr>
            <p:ph type="title" idx="14"/>
          </p:nvPr>
        </p:nvSpPr>
        <p:spPr>
          <a:xfrm>
            <a:off x="4518238" y="1523314"/>
            <a:ext cx="1993500" cy="11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 b="1">
                <a:solidFill>
                  <a:schemeClr val="accent5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77" name="Google Shape;377;p44"/>
          <p:cNvSpPr txBox="1">
            <a:spLocks noGrp="1"/>
          </p:cNvSpPr>
          <p:nvPr>
            <p:ph type="title" idx="15"/>
          </p:nvPr>
        </p:nvSpPr>
        <p:spPr>
          <a:xfrm>
            <a:off x="6390538" y="1523314"/>
            <a:ext cx="1993500" cy="11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 b="1">
                <a:solidFill>
                  <a:schemeClr val="accent5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28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6"/>
          <p:cNvSpPr txBox="1">
            <a:spLocks noGrp="1"/>
          </p:cNvSpPr>
          <p:nvPr>
            <p:ph type="title"/>
          </p:nvPr>
        </p:nvSpPr>
        <p:spPr>
          <a:xfrm>
            <a:off x="720000" y="548594"/>
            <a:ext cx="2971500" cy="11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1" name="Google Shape;391;p46"/>
          <p:cNvSpPr/>
          <p:nvPr/>
        </p:nvSpPr>
        <p:spPr>
          <a:xfrm rot="-129819">
            <a:off x="4458284" y="3196753"/>
            <a:ext cx="6639739" cy="2813496"/>
          </a:xfrm>
          <a:custGeom>
            <a:avLst/>
            <a:gdLst/>
            <a:ahLst/>
            <a:cxnLst/>
            <a:rect l="l" t="t" r="r" b="b"/>
            <a:pathLst>
              <a:path w="274713" h="156651" extrusionOk="0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46"/>
          <p:cNvSpPr/>
          <p:nvPr/>
        </p:nvSpPr>
        <p:spPr>
          <a:xfrm rot="537107">
            <a:off x="2750101" y="3065565"/>
            <a:ext cx="6867688" cy="3916197"/>
          </a:xfrm>
          <a:custGeom>
            <a:avLst/>
            <a:gdLst/>
            <a:ahLst/>
            <a:cxnLst/>
            <a:rect l="l" t="t" r="r" b="b"/>
            <a:pathLst>
              <a:path w="274713" h="156651" extrusionOk="0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_AND_TWO_COLUMNS_1_4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3"/>
          <p:cNvSpPr txBox="1">
            <a:spLocks noGrp="1"/>
          </p:cNvSpPr>
          <p:nvPr>
            <p:ph type="title"/>
          </p:nvPr>
        </p:nvSpPr>
        <p:spPr>
          <a:xfrm>
            <a:off x="720000" y="548640"/>
            <a:ext cx="2971500" cy="11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9" name="Google Shape;459;p53"/>
          <p:cNvSpPr txBox="1">
            <a:spLocks noGrp="1"/>
          </p:cNvSpPr>
          <p:nvPr>
            <p:ph type="subTitle" idx="1"/>
          </p:nvPr>
        </p:nvSpPr>
        <p:spPr>
          <a:xfrm>
            <a:off x="720000" y="2046763"/>
            <a:ext cx="2622600" cy="15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460" name="Google Shape;460;p53"/>
          <p:cNvSpPr txBox="1">
            <a:spLocks noGrp="1"/>
          </p:cNvSpPr>
          <p:nvPr>
            <p:ph type="subTitle" idx="2"/>
          </p:nvPr>
        </p:nvSpPr>
        <p:spPr>
          <a:xfrm>
            <a:off x="720000" y="1714913"/>
            <a:ext cx="2221500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461" name="Google Shape;461;p53"/>
          <p:cNvSpPr/>
          <p:nvPr/>
        </p:nvSpPr>
        <p:spPr>
          <a:xfrm rot="-220157">
            <a:off x="2997515" y="-2269308"/>
            <a:ext cx="12883966" cy="2642905"/>
          </a:xfrm>
          <a:custGeom>
            <a:avLst/>
            <a:gdLst/>
            <a:ahLst/>
            <a:cxnLst/>
            <a:rect l="l" t="t" r="r" b="b"/>
            <a:pathLst>
              <a:path w="249105" h="67994" extrusionOk="0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726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53"/>
          <p:cNvSpPr/>
          <p:nvPr/>
        </p:nvSpPr>
        <p:spPr>
          <a:xfrm>
            <a:off x="991600" y="-1707574"/>
            <a:ext cx="12883711" cy="2163229"/>
          </a:xfrm>
          <a:custGeom>
            <a:avLst/>
            <a:gdLst/>
            <a:ahLst/>
            <a:cxnLst/>
            <a:rect l="l" t="t" r="r" b="b"/>
            <a:pathLst>
              <a:path w="249105" h="67994" extrusionOk="0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53"/>
          <p:cNvSpPr/>
          <p:nvPr/>
        </p:nvSpPr>
        <p:spPr>
          <a:xfrm rot="1828969">
            <a:off x="938629" y="-2525921"/>
            <a:ext cx="12937420" cy="12775982"/>
          </a:xfrm>
          <a:custGeom>
            <a:avLst/>
            <a:gdLst/>
            <a:ahLst/>
            <a:cxnLst/>
            <a:rect l="l" t="t" r="r" b="b"/>
            <a:pathLst>
              <a:path w="274713" h="156651" extrusionOk="0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53"/>
          <p:cNvSpPr/>
          <p:nvPr/>
        </p:nvSpPr>
        <p:spPr>
          <a:xfrm>
            <a:off x="2134600" y="-1402774"/>
            <a:ext cx="12883711" cy="2163229"/>
          </a:xfrm>
          <a:custGeom>
            <a:avLst/>
            <a:gdLst/>
            <a:ahLst/>
            <a:cxnLst/>
            <a:rect l="l" t="t" r="r" b="b"/>
            <a:pathLst>
              <a:path w="249105" h="67994" extrusionOk="0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53"/>
          <p:cNvSpPr/>
          <p:nvPr/>
        </p:nvSpPr>
        <p:spPr>
          <a:xfrm rot="1828969">
            <a:off x="-1021971" y="-3030496"/>
            <a:ext cx="12937420" cy="12775982"/>
          </a:xfrm>
          <a:custGeom>
            <a:avLst/>
            <a:gdLst/>
            <a:ahLst/>
            <a:cxnLst/>
            <a:rect l="l" t="t" r="r" b="b"/>
            <a:pathLst>
              <a:path w="274713" h="156651" extrusionOk="0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53"/>
          <p:cNvSpPr/>
          <p:nvPr/>
        </p:nvSpPr>
        <p:spPr>
          <a:xfrm rot="1828969">
            <a:off x="1029004" y="-2981571"/>
            <a:ext cx="12937420" cy="12775982"/>
          </a:xfrm>
          <a:custGeom>
            <a:avLst/>
            <a:gdLst/>
            <a:ahLst/>
            <a:cxnLst/>
            <a:rect l="l" t="t" r="r" b="b"/>
            <a:pathLst>
              <a:path w="274713" h="156651" extrusionOk="0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1"/>
          <p:cNvSpPr txBox="1">
            <a:spLocks noGrp="1"/>
          </p:cNvSpPr>
          <p:nvPr>
            <p:ph type="ctrTitle"/>
          </p:nvPr>
        </p:nvSpPr>
        <p:spPr>
          <a:xfrm>
            <a:off x="720000" y="319994"/>
            <a:ext cx="8520600" cy="15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5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27" name="Google Shape;527;p61"/>
          <p:cNvSpPr txBox="1">
            <a:spLocks noGrp="1"/>
          </p:cNvSpPr>
          <p:nvPr>
            <p:ph type="subTitle" idx="1"/>
          </p:nvPr>
        </p:nvSpPr>
        <p:spPr>
          <a:xfrm>
            <a:off x="720000" y="1510875"/>
            <a:ext cx="81123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28" name="Google Shape;528;p61"/>
          <p:cNvSpPr txBox="1"/>
          <p:nvPr/>
        </p:nvSpPr>
        <p:spPr>
          <a:xfrm>
            <a:off x="720000" y="3174408"/>
            <a:ext cx="2763000" cy="10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including icons, infographics &amp; images by </a:t>
            </a:r>
            <a:r>
              <a:rPr lang="en" sz="12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Freepik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21526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 Medium"/>
              <a:buNone/>
              <a:defRPr sz="2800">
                <a:solidFill>
                  <a:schemeClr val="dk1"/>
                </a:solidFill>
                <a:latin typeface="Josefin Sans Medium"/>
                <a:ea typeface="Josefin Sans Medium"/>
                <a:cs typeface="Josefin Sans Medium"/>
                <a:sym typeface="Josefi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8" r:id="rId4"/>
    <p:sldLayoutId id="2147483659" r:id="rId5"/>
    <p:sldLayoutId id="2147483665" r:id="rId6"/>
    <p:sldLayoutId id="2147483667" r:id="rId7"/>
    <p:sldLayoutId id="2147483679" r:id="rId8"/>
    <p:sldLayoutId id="2147483682" r:id="rId9"/>
    <p:sldLayoutId id="2147483690" r:id="rId10"/>
    <p:sldLayoutId id="2147483692" r:id="rId11"/>
    <p:sldLayoutId id="2147483699" r:id="rId12"/>
    <p:sldLayoutId id="214748371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ooking.com/hotel/id/puri-kelapa-by-bukitvista.htm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hyperlink" Target="https://www.agoda.com/the-bingin-green-view/hotel/bali-id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muhammadkusumareza@gmail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hyperlink" Target="https://github.com/rezakusuma40/internpro_bukit_vista" TargetMode="External"/><Relationship Id="rId4" Type="http://schemas.openxmlformats.org/officeDocument/2006/relationships/hyperlink" Target="http://www.linkedin.com/in/muhammadrezaadikusum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67"/>
          <p:cNvPicPr preferRelativeResize="0">
            <a:picLocks noGrp="1"/>
          </p:cNvPicPr>
          <p:nvPr>
            <p:ph type="pic" idx="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5851" r="5851"/>
          <a:stretch/>
        </p:blipFill>
        <p:spPr>
          <a:xfrm>
            <a:off x="0" y="0"/>
            <a:ext cx="6803098" cy="5139000"/>
          </a:xfrm>
          <a:prstGeom prst="rect">
            <a:avLst/>
          </a:prstGeom>
        </p:spPr>
      </p:pic>
      <p:sp>
        <p:nvSpPr>
          <p:cNvPr id="544" name="Google Shape;544;p67"/>
          <p:cNvSpPr/>
          <p:nvPr/>
        </p:nvSpPr>
        <p:spPr>
          <a:xfrm rot="212052" flipH="1">
            <a:off x="-2234994" y="3080759"/>
            <a:ext cx="6640079" cy="2813324"/>
          </a:xfrm>
          <a:custGeom>
            <a:avLst/>
            <a:gdLst/>
            <a:ahLst/>
            <a:cxnLst/>
            <a:rect l="l" t="t" r="r" b="b"/>
            <a:pathLst>
              <a:path w="274713" h="156651" extrusionOk="0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5" name="Google Shape;545;p67"/>
          <p:cNvGrpSpPr/>
          <p:nvPr/>
        </p:nvGrpSpPr>
        <p:grpSpPr>
          <a:xfrm rot="384094" flipH="1">
            <a:off x="-946551" y="-671070"/>
            <a:ext cx="9311406" cy="6154719"/>
            <a:chOff x="-309590" y="-541588"/>
            <a:chExt cx="9311077" cy="6154502"/>
          </a:xfrm>
        </p:grpSpPr>
        <p:sp>
          <p:nvSpPr>
            <p:cNvPr id="546" name="Google Shape;546;p67"/>
            <p:cNvSpPr/>
            <p:nvPr/>
          </p:nvSpPr>
          <p:spPr>
            <a:xfrm rot="-419981">
              <a:off x="695537" y="-72471"/>
              <a:ext cx="8018021" cy="5216267"/>
            </a:xfrm>
            <a:custGeom>
              <a:avLst/>
              <a:gdLst/>
              <a:ahLst/>
              <a:cxnLst/>
              <a:rect l="l" t="t" r="r" b="b"/>
              <a:pathLst>
                <a:path w="284249" h="184907" extrusionOk="0">
                  <a:moveTo>
                    <a:pt x="56382" y="184907"/>
                  </a:moveTo>
                  <a:lnTo>
                    <a:pt x="80709" y="184907"/>
                  </a:lnTo>
                  <a:cubicBezTo>
                    <a:pt x="149321" y="184907"/>
                    <a:pt x="147776" y="574"/>
                    <a:pt x="284249" y="574"/>
                  </a:cubicBezTo>
                  <a:lnTo>
                    <a:pt x="284249" y="0"/>
                  </a:lnTo>
                  <a:lnTo>
                    <a:pt x="0" y="0"/>
                  </a:lnTo>
                  <a:lnTo>
                    <a:pt x="0" y="165392"/>
                  </a:lnTo>
                  <a:cubicBezTo>
                    <a:pt x="19118" y="170248"/>
                    <a:pt x="37529" y="181110"/>
                    <a:pt x="56382" y="184907"/>
                  </a:cubicBezTo>
                  <a:close/>
                </a:path>
              </a:pathLst>
            </a:custGeom>
            <a:solidFill>
              <a:schemeClr val="dk2">
                <a:alpha val="468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67"/>
            <p:cNvSpPr/>
            <p:nvPr/>
          </p:nvSpPr>
          <p:spPr>
            <a:xfrm>
              <a:off x="-309590" y="-478904"/>
              <a:ext cx="8597111" cy="6030280"/>
            </a:xfrm>
            <a:custGeom>
              <a:avLst/>
              <a:gdLst/>
              <a:ahLst/>
              <a:cxnLst/>
              <a:rect l="l" t="t" r="r" b="b"/>
              <a:pathLst>
                <a:path w="284249" h="184907" extrusionOk="0">
                  <a:moveTo>
                    <a:pt x="56382" y="184907"/>
                  </a:moveTo>
                  <a:lnTo>
                    <a:pt x="80709" y="184907"/>
                  </a:lnTo>
                  <a:cubicBezTo>
                    <a:pt x="149321" y="184907"/>
                    <a:pt x="147776" y="574"/>
                    <a:pt x="284249" y="574"/>
                  </a:cubicBezTo>
                  <a:lnTo>
                    <a:pt x="284249" y="0"/>
                  </a:lnTo>
                  <a:lnTo>
                    <a:pt x="0" y="0"/>
                  </a:lnTo>
                  <a:lnTo>
                    <a:pt x="0" y="165392"/>
                  </a:lnTo>
                  <a:cubicBezTo>
                    <a:pt x="19118" y="170248"/>
                    <a:pt x="37529" y="181110"/>
                    <a:pt x="56382" y="1849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8" name="Google Shape;548;p67"/>
          <p:cNvSpPr txBox="1">
            <a:spLocks noGrp="1"/>
          </p:cNvSpPr>
          <p:nvPr>
            <p:ph type="ctrTitle"/>
          </p:nvPr>
        </p:nvSpPr>
        <p:spPr>
          <a:xfrm>
            <a:off x="3889949" y="1167938"/>
            <a:ext cx="4874952" cy="16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latin typeface="Josefin Sans"/>
                <a:sym typeface="Josefin Sans"/>
              </a:rPr>
              <a:t>HYBRID SEARCH IMPLEMENTATION</a:t>
            </a:r>
            <a:br>
              <a:rPr lang="en" sz="4200" b="1" dirty="0">
                <a:latin typeface="Josefin Sans"/>
                <a:sym typeface="Josefin Sans"/>
              </a:rPr>
            </a:br>
            <a:r>
              <a:rPr lang="en-ID" sz="3400" dirty="0"/>
              <a:t>ON BUKIT VISTA</a:t>
            </a:r>
            <a:endParaRPr dirty="0"/>
          </a:p>
        </p:txBody>
      </p:sp>
      <p:sp>
        <p:nvSpPr>
          <p:cNvPr id="549" name="Google Shape;549;p67"/>
          <p:cNvSpPr txBox="1">
            <a:spLocks noGrp="1"/>
          </p:cNvSpPr>
          <p:nvPr>
            <p:ph type="subTitle" idx="1"/>
          </p:nvPr>
        </p:nvSpPr>
        <p:spPr>
          <a:xfrm>
            <a:off x="4356101" y="3028012"/>
            <a:ext cx="4408500" cy="947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 Reza Adi Kusuma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Dibimbing.id - Data science batch 28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73"/>
          <p:cNvPicPr preferRelativeResize="0"/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7623" r="17623"/>
          <a:stretch/>
        </p:blipFill>
        <p:spPr>
          <a:xfrm>
            <a:off x="4154925" y="2275"/>
            <a:ext cx="4989075" cy="51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73"/>
          <p:cNvSpPr/>
          <p:nvPr/>
        </p:nvSpPr>
        <p:spPr>
          <a:xfrm rot="-212052">
            <a:off x="3907225" y="3080759"/>
            <a:ext cx="6640079" cy="2813324"/>
          </a:xfrm>
          <a:custGeom>
            <a:avLst/>
            <a:gdLst/>
            <a:ahLst/>
            <a:cxnLst/>
            <a:rect l="l" t="t" r="r" b="b"/>
            <a:pathLst>
              <a:path w="274713" h="156651" extrusionOk="0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3" name="Google Shape;613;p73"/>
          <p:cNvGrpSpPr/>
          <p:nvPr/>
        </p:nvGrpSpPr>
        <p:grpSpPr>
          <a:xfrm>
            <a:off x="1202250" y="-541588"/>
            <a:ext cx="8731675" cy="6154502"/>
            <a:chOff x="1202250" y="-541588"/>
            <a:chExt cx="8731675" cy="6154502"/>
          </a:xfrm>
        </p:grpSpPr>
        <p:sp>
          <p:nvSpPr>
            <p:cNvPr id="614" name="Google Shape;614;p73"/>
            <p:cNvSpPr/>
            <p:nvPr/>
          </p:nvSpPr>
          <p:spPr>
            <a:xfrm rot="-419981">
              <a:off x="1627974" y="-72471"/>
              <a:ext cx="8018021" cy="5216267"/>
            </a:xfrm>
            <a:custGeom>
              <a:avLst/>
              <a:gdLst/>
              <a:ahLst/>
              <a:cxnLst/>
              <a:rect l="l" t="t" r="r" b="b"/>
              <a:pathLst>
                <a:path w="284249" h="184907" extrusionOk="0">
                  <a:moveTo>
                    <a:pt x="56382" y="184907"/>
                  </a:moveTo>
                  <a:lnTo>
                    <a:pt x="80709" y="184907"/>
                  </a:lnTo>
                  <a:cubicBezTo>
                    <a:pt x="149321" y="184907"/>
                    <a:pt x="147776" y="574"/>
                    <a:pt x="284249" y="574"/>
                  </a:cubicBezTo>
                  <a:lnTo>
                    <a:pt x="284249" y="0"/>
                  </a:lnTo>
                  <a:lnTo>
                    <a:pt x="0" y="0"/>
                  </a:lnTo>
                  <a:lnTo>
                    <a:pt x="0" y="165392"/>
                  </a:lnTo>
                  <a:cubicBezTo>
                    <a:pt x="19118" y="170248"/>
                    <a:pt x="37529" y="181110"/>
                    <a:pt x="56382" y="184907"/>
                  </a:cubicBezTo>
                  <a:close/>
                </a:path>
              </a:pathLst>
            </a:custGeom>
            <a:solidFill>
              <a:schemeClr val="dk2">
                <a:alpha val="468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73"/>
            <p:cNvSpPr/>
            <p:nvPr/>
          </p:nvSpPr>
          <p:spPr>
            <a:xfrm>
              <a:off x="1202250" y="-72500"/>
              <a:ext cx="8017954" cy="5623946"/>
            </a:xfrm>
            <a:custGeom>
              <a:avLst/>
              <a:gdLst/>
              <a:ahLst/>
              <a:cxnLst/>
              <a:rect l="l" t="t" r="r" b="b"/>
              <a:pathLst>
                <a:path w="284249" h="184907" extrusionOk="0">
                  <a:moveTo>
                    <a:pt x="56382" y="184907"/>
                  </a:moveTo>
                  <a:lnTo>
                    <a:pt x="80709" y="184907"/>
                  </a:lnTo>
                  <a:cubicBezTo>
                    <a:pt x="149321" y="184907"/>
                    <a:pt x="147776" y="574"/>
                    <a:pt x="284249" y="574"/>
                  </a:cubicBezTo>
                  <a:lnTo>
                    <a:pt x="284249" y="0"/>
                  </a:lnTo>
                  <a:lnTo>
                    <a:pt x="0" y="0"/>
                  </a:lnTo>
                  <a:lnTo>
                    <a:pt x="0" y="165392"/>
                  </a:lnTo>
                  <a:cubicBezTo>
                    <a:pt x="19118" y="170248"/>
                    <a:pt x="37529" y="181110"/>
                    <a:pt x="56382" y="1849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6" name="Google Shape;616;p73"/>
          <p:cNvSpPr txBox="1">
            <a:spLocks noGrp="1"/>
          </p:cNvSpPr>
          <p:nvPr>
            <p:ph type="title"/>
          </p:nvPr>
        </p:nvSpPr>
        <p:spPr>
          <a:xfrm>
            <a:off x="720000" y="673835"/>
            <a:ext cx="3286312" cy="8378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SEKILAS TENTANG BUKIT VISTA</a:t>
            </a:r>
            <a:endParaRPr sz="2400" dirty="0"/>
          </a:p>
        </p:txBody>
      </p:sp>
      <p:sp>
        <p:nvSpPr>
          <p:cNvPr id="644" name="Google Shape;644;p73"/>
          <p:cNvSpPr txBox="1">
            <a:spLocks noGrp="1"/>
          </p:cNvSpPr>
          <p:nvPr>
            <p:ph type="subTitle" idx="1"/>
          </p:nvPr>
        </p:nvSpPr>
        <p:spPr>
          <a:xfrm>
            <a:off x="719999" y="1499515"/>
            <a:ext cx="3106827" cy="18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600" dirty="0">
                <a:latin typeface="Josefin Sans Medium" panose="020B0604020202020204" charset="0"/>
              </a:rPr>
              <a:t>Bukit Vista </a:t>
            </a:r>
            <a:r>
              <a:rPr lang="en-US" sz="1600" dirty="0" err="1">
                <a:latin typeface="Josefin Sans Medium" panose="020B0604020202020204" charset="0"/>
              </a:rPr>
              <a:t>adalah</a:t>
            </a:r>
            <a:r>
              <a:rPr lang="en-US" sz="1600" dirty="0">
                <a:latin typeface="Josefin Sans Medium" panose="020B0604020202020204" charset="0"/>
              </a:rPr>
              <a:t> startup hospitality </a:t>
            </a:r>
            <a:r>
              <a:rPr lang="en-US" sz="1600" dirty="0" err="1">
                <a:latin typeface="Josefin Sans Medium" panose="020B0604020202020204" charset="0"/>
              </a:rPr>
              <a:t>berbasis</a:t>
            </a:r>
            <a:r>
              <a:rPr lang="en-US" sz="1600" dirty="0">
                <a:latin typeface="Josefin Sans Medium" panose="020B0604020202020204" charset="0"/>
              </a:rPr>
              <a:t> di Bali yang </a:t>
            </a:r>
            <a:r>
              <a:rPr lang="en-US" sz="1600" dirty="0" err="1">
                <a:latin typeface="Josefin Sans Medium" panose="020B0604020202020204" charset="0"/>
              </a:rPr>
              <a:t>mengelola</a:t>
            </a:r>
            <a:r>
              <a:rPr lang="en-US" sz="1600" dirty="0">
                <a:latin typeface="Josefin Sans Medium" panose="020B0604020202020204" charset="0"/>
              </a:rPr>
              <a:t> </a:t>
            </a:r>
            <a:r>
              <a:rPr lang="en-US" sz="1600" dirty="0" err="1">
                <a:latin typeface="Josefin Sans Medium" panose="020B0604020202020204" charset="0"/>
              </a:rPr>
              <a:t>properti</a:t>
            </a:r>
            <a:r>
              <a:rPr lang="en-US" sz="1600" dirty="0">
                <a:latin typeface="Josefin Sans Medium" panose="020B0604020202020204" charset="0"/>
              </a:rPr>
              <a:t> </a:t>
            </a:r>
            <a:r>
              <a:rPr lang="en-US" sz="1600" dirty="0" err="1">
                <a:latin typeface="Josefin Sans Medium" panose="020B0604020202020204" charset="0"/>
              </a:rPr>
              <a:t>liburan</a:t>
            </a:r>
            <a:r>
              <a:rPr lang="en-US" sz="1600" dirty="0">
                <a:latin typeface="Josefin Sans Medium" panose="020B0604020202020204" charset="0"/>
              </a:rPr>
              <a:t> </a:t>
            </a:r>
            <a:r>
              <a:rPr lang="en-US" sz="1600" dirty="0" err="1">
                <a:latin typeface="Josefin Sans Medium" panose="020B0604020202020204" charset="0"/>
              </a:rPr>
              <a:t>unik</a:t>
            </a:r>
            <a:r>
              <a:rPr lang="en-US" sz="1600" dirty="0">
                <a:latin typeface="Josefin Sans Medium" panose="020B0604020202020204" charset="0"/>
              </a:rPr>
              <a:t> dengan </a:t>
            </a:r>
            <a:r>
              <a:rPr lang="en-US" sz="1600" dirty="0" err="1">
                <a:latin typeface="Josefin Sans Medium" panose="020B0604020202020204" charset="0"/>
              </a:rPr>
              <a:t>memanfaatkan</a:t>
            </a:r>
            <a:r>
              <a:rPr lang="en-US" sz="1600" dirty="0">
                <a:latin typeface="Josefin Sans Medium" panose="020B0604020202020204" charset="0"/>
              </a:rPr>
              <a:t> </a:t>
            </a:r>
            <a:r>
              <a:rPr lang="en-US" sz="1600" dirty="0" err="1">
                <a:latin typeface="Josefin Sans Medium" panose="020B0604020202020204" charset="0"/>
              </a:rPr>
              <a:t>teknologi</a:t>
            </a:r>
            <a:r>
              <a:rPr lang="en-US" sz="1600" dirty="0">
                <a:latin typeface="Josefin Sans Medium" panose="020B0604020202020204" charset="0"/>
              </a:rPr>
              <a:t> dan data </a:t>
            </a:r>
            <a:r>
              <a:rPr lang="en-US" sz="1600" dirty="0" err="1">
                <a:latin typeface="Josefin Sans Medium" panose="020B0604020202020204" charset="0"/>
              </a:rPr>
              <a:t>untuk</a:t>
            </a:r>
            <a:r>
              <a:rPr lang="en-US" sz="1600" dirty="0">
                <a:latin typeface="Josefin Sans Medium" panose="020B0604020202020204" charset="0"/>
              </a:rPr>
              <a:t> </a:t>
            </a:r>
            <a:r>
              <a:rPr lang="en-US" sz="1600" dirty="0" err="1">
                <a:latin typeface="Josefin Sans Medium" panose="020B0604020202020204" charset="0"/>
              </a:rPr>
              <a:t>meningkatkan</a:t>
            </a:r>
            <a:r>
              <a:rPr lang="en-US" sz="1600" dirty="0">
                <a:latin typeface="Josefin Sans Medium" panose="020B0604020202020204" charset="0"/>
              </a:rPr>
              <a:t> </a:t>
            </a:r>
            <a:r>
              <a:rPr lang="en-US" sz="1600" dirty="0" err="1">
                <a:latin typeface="Josefin Sans Medium" panose="020B0604020202020204" charset="0"/>
              </a:rPr>
              <a:t>pengalaman</a:t>
            </a:r>
            <a:r>
              <a:rPr lang="en-US" sz="1600" dirty="0">
                <a:latin typeface="Josefin Sans Medium" panose="020B0604020202020204" charset="0"/>
              </a:rPr>
              <a:t> </a:t>
            </a:r>
            <a:r>
              <a:rPr lang="en-US" sz="1600" dirty="0" err="1">
                <a:latin typeface="Josefin Sans Medium" panose="020B0604020202020204" charset="0"/>
              </a:rPr>
              <a:t>tamu</a:t>
            </a:r>
            <a:r>
              <a:rPr lang="en-US" sz="1600" dirty="0">
                <a:latin typeface="Josefin Sans Medium" panose="020B0604020202020204" charset="0"/>
              </a:rPr>
              <a:t> </a:t>
            </a:r>
            <a:r>
              <a:rPr lang="en-US" sz="1600" dirty="0" err="1">
                <a:latin typeface="Josefin Sans Medium" panose="020B0604020202020204" charset="0"/>
              </a:rPr>
              <a:t>serta</a:t>
            </a:r>
            <a:r>
              <a:rPr lang="en-US" sz="1600" dirty="0">
                <a:latin typeface="Josefin Sans Medium" panose="020B0604020202020204" charset="0"/>
              </a:rPr>
              <a:t> </a:t>
            </a:r>
            <a:r>
              <a:rPr lang="en-US" sz="1600" dirty="0" err="1">
                <a:latin typeface="Josefin Sans Medium" panose="020B0604020202020204" charset="0"/>
              </a:rPr>
              <a:t>kinerja</a:t>
            </a:r>
            <a:r>
              <a:rPr lang="en-US" sz="1600" dirty="0">
                <a:latin typeface="Josefin Sans Medium" panose="020B0604020202020204" charset="0"/>
              </a:rPr>
              <a:t> </a:t>
            </a:r>
            <a:r>
              <a:rPr lang="en-US" sz="1600" dirty="0" err="1">
                <a:latin typeface="Josefin Sans Medium" panose="020B0604020202020204" charset="0"/>
              </a:rPr>
              <a:t>pemilik</a:t>
            </a:r>
            <a:r>
              <a:rPr lang="en-US" sz="1600" dirty="0">
                <a:latin typeface="Josefin Sans Medium" panose="020B0604020202020204" charset="0"/>
              </a:rPr>
              <a:t> property.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AA143C-8979-CA6A-6477-AEC4BA1F1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2880" y="3730308"/>
            <a:ext cx="1747450" cy="10541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8"/>
          <p:cNvSpPr txBox="1">
            <a:spLocks noGrp="1"/>
          </p:cNvSpPr>
          <p:nvPr>
            <p:ph type="title"/>
          </p:nvPr>
        </p:nvSpPr>
        <p:spPr>
          <a:xfrm>
            <a:off x="900688" y="548640"/>
            <a:ext cx="7342624" cy="59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PROBLEM STATEMENT</a:t>
            </a:r>
            <a:endParaRPr dirty="0"/>
          </a:p>
        </p:txBody>
      </p:sp>
      <p:sp>
        <p:nvSpPr>
          <p:cNvPr id="555" name="Google Shape;555;p68"/>
          <p:cNvSpPr txBox="1">
            <a:spLocks noGrp="1"/>
          </p:cNvSpPr>
          <p:nvPr>
            <p:ph type="body" idx="1"/>
          </p:nvPr>
        </p:nvSpPr>
        <p:spPr>
          <a:xfrm>
            <a:off x="590907" y="1103354"/>
            <a:ext cx="3555291" cy="3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just">
              <a:buNone/>
            </a:pPr>
            <a:r>
              <a:rPr lang="en-ID" sz="1600" dirty="0">
                <a:latin typeface="Josefin Sans Medium" panose="020B0604020202020204" charset="0"/>
              </a:rPr>
              <a:t>Situs Bukit Vista </a:t>
            </a:r>
            <a:r>
              <a:rPr lang="en-ID" sz="1600" dirty="0" err="1">
                <a:latin typeface="Josefin Sans Medium" panose="020B0604020202020204" charset="0"/>
              </a:rPr>
              <a:t>memuat</a:t>
            </a:r>
            <a:r>
              <a:rPr lang="en-ID" sz="1600" dirty="0">
                <a:latin typeface="Josefin Sans Medium" panose="020B0604020202020204" charset="0"/>
              </a:rPr>
              <a:t> data </a:t>
            </a:r>
            <a:r>
              <a:rPr lang="en-ID" sz="1600" dirty="0" err="1">
                <a:latin typeface="Josefin Sans Medium" panose="020B0604020202020204" charset="0"/>
              </a:rPr>
              <a:t>penginapan</a:t>
            </a:r>
            <a:r>
              <a:rPr lang="en-ID" sz="1600" dirty="0">
                <a:latin typeface="Josefin Sans Medium" panose="020B0604020202020204" charset="0"/>
              </a:rPr>
              <a:t> yang </a:t>
            </a:r>
            <a:r>
              <a:rPr lang="en-ID" sz="1600" dirty="0" err="1">
                <a:latin typeface="Josefin Sans Medium" panose="020B0604020202020204" charset="0"/>
              </a:rPr>
              <a:t>cukup</a:t>
            </a:r>
            <a:r>
              <a:rPr lang="en-ID" sz="1600" dirty="0">
                <a:latin typeface="Josefin Sans Medium" panose="020B0604020202020204" charset="0"/>
              </a:rPr>
              <a:t> </a:t>
            </a:r>
            <a:r>
              <a:rPr lang="en-ID" sz="1600" dirty="0" err="1">
                <a:latin typeface="Josefin Sans Medium" panose="020B0604020202020204" charset="0"/>
              </a:rPr>
              <a:t>lengkap</a:t>
            </a:r>
            <a:r>
              <a:rPr lang="en-ID" sz="1600" dirty="0">
                <a:latin typeface="Josefin Sans Medium" panose="020B0604020202020204" charset="0"/>
              </a:rPr>
              <a:t>, </a:t>
            </a:r>
            <a:r>
              <a:rPr lang="en-ID" sz="1600" dirty="0" err="1">
                <a:latin typeface="Josefin Sans Medium" panose="020B0604020202020204" charset="0"/>
              </a:rPr>
              <a:t>termasuk</a:t>
            </a:r>
            <a:r>
              <a:rPr lang="en-ID" sz="1600" dirty="0">
                <a:latin typeface="Josefin Sans Medium" panose="020B0604020202020204" charset="0"/>
              </a:rPr>
              <a:t> </a:t>
            </a:r>
            <a:r>
              <a:rPr lang="en-ID" sz="1600" dirty="0" err="1">
                <a:latin typeface="Josefin Sans Medium" panose="020B0604020202020204" charset="0"/>
              </a:rPr>
              <a:t>deskripsi</a:t>
            </a:r>
            <a:r>
              <a:rPr lang="en-ID" sz="1600" dirty="0">
                <a:latin typeface="Josefin Sans Medium" panose="020B0604020202020204" charset="0"/>
              </a:rPr>
              <a:t> yang kaya </a:t>
            </a:r>
            <a:r>
              <a:rPr lang="en-ID" sz="1600" dirty="0" err="1">
                <a:latin typeface="Josefin Sans Medium" panose="020B0604020202020204" charset="0"/>
              </a:rPr>
              <a:t>informasi</a:t>
            </a:r>
            <a:r>
              <a:rPr lang="en-ID" sz="1600" dirty="0">
                <a:latin typeface="Josefin Sans Medium" panose="020B0604020202020204" charset="0"/>
              </a:rPr>
              <a:t>. </a:t>
            </a:r>
          </a:p>
          <a:p>
            <a:pPr marL="114300" indent="0" algn="just">
              <a:buNone/>
            </a:pPr>
            <a:endParaRPr lang="en-ID" sz="1600" dirty="0">
              <a:latin typeface="Josefin Sans Medium" panose="020B0604020202020204" charset="0"/>
            </a:endParaRPr>
          </a:p>
          <a:p>
            <a:pPr marL="114300" indent="0" algn="just">
              <a:buNone/>
            </a:pPr>
            <a:r>
              <a:rPr lang="en-ID" sz="1600" dirty="0" err="1">
                <a:latin typeface="Josefin Sans Medium" panose="020B0604020202020204" charset="0"/>
              </a:rPr>
              <a:t>Namun</a:t>
            </a:r>
            <a:r>
              <a:rPr lang="en-ID" sz="1600" dirty="0">
                <a:latin typeface="Josefin Sans Medium" panose="020B0604020202020204" charset="0"/>
              </a:rPr>
              <a:t>, </a:t>
            </a:r>
            <a:r>
              <a:rPr lang="en-ID" sz="1600" dirty="0" err="1">
                <a:latin typeface="Josefin Sans Medium" panose="020B0604020202020204" charset="0"/>
              </a:rPr>
              <a:t>sistem</a:t>
            </a:r>
            <a:r>
              <a:rPr lang="en-ID" sz="1600" dirty="0">
                <a:latin typeface="Josefin Sans Medium" panose="020B0604020202020204" charset="0"/>
              </a:rPr>
              <a:t> </a:t>
            </a:r>
            <a:r>
              <a:rPr lang="en-ID" sz="1600" dirty="0" err="1">
                <a:latin typeface="Josefin Sans Medium" panose="020B0604020202020204" charset="0"/>
              </a:rPr>
              <a:t>pencariannya</a:t>
            </a:r>
            <a:r>
              <a:rPr lang="en-ID" sz="1600" dirty="0">
                <a:latin typeface="Josefin Sans Medium" panose="020B0604020202020204" charset="0"/>
              </a:rPr>
              <a:t> </a:t>
            </a:r>
            <a:r>
              <a:rPr lang="en-ID" sz="1600" dirty="0" err="1">
                <a:latin typeface="Josefin Sans Medium" panose="020B0604020202020204" charset="0"/>
              </a:rPr>
              <a:t>saat</a:t>
            </a:r>
            <a:r>
              <a:rPr lang="en-ID" sz="1600" dirty="0">
                <a:latin typeface="Josefin Sans Medium" panose="020B0604020202020204" charset="0"/>
              </a:rPr>
              <a:t> </a:t>
            </a:r>
            <a:r>
              <a:rPr lang="en-ID" sz="1600" dirty="0" err="1">
                <a:latin typeface="Josefin Sans Medium" panose="020B0604020202020204" charset="0"/>
              </a:rPr>
              <a:t>ini</a:t>
            </a:r>
            <a:r>
              <a:rPr lang="en-ID" sz="1600" dirty="0">
                <a:latin typeface="Josefin Sans Medium" panose="020B0604020202020204" charset="0"/>
              </a:rPr>
              <a:t> </a:t>
            </a:r>
            <a:r>
              <a:rPr lang="en-ID" sz="1600" dirty="0" err="1">
                <a:latin typeface="Josefin Sans Medium" panose="020B0604020202020204" charset="0"/>
              </a:rPr>
              <a:t>hanya</a:t>
            </a:r>
            <a:r>
              <a:rPr lang="en-ID" sz="1600" dirty="0">
                <a:latin typeface="Josefin Sans Medium" panose="020B0604020202020204" charset="0"/>
              </a:rPr>
              <a:t> </a:t>
            </a:r>
            <a:r>
              <a:rPr lang="en-ID" sz="1600" dirty="0" err="1">
                <a:latin typeface="Josefin Sans Medium" panose="020B0604020202020204" charset="0"/>
              </a:rPr>
              <a:t>mengindeks</a:t>
            </a:r>
            <a:r>
              <a:rPr lang="en-ID" sz="1600" dirty="0">
                <a:latin typeface="Josefin Sans Medium" panose="020B0604020202020204" charset="0"/>
              </a:rPr>
              <a:t> </a:t>
            </a:r>
            <a:r>
              <a:rPr lang="en-ID" sz="1600" dirty="0" err="1">
                <a:latin typeface="Josefin Sans Medium" panose="020B0604020202020204" charset="0"/>
              </a:rPr>
              <a:t>atribut</a:t>
            </a:r>
            <a:r>
              <a:rPr lang="en-ID" sz="1600" dirty="0">
                <a:latin typeface="Josefin Sans Medium" panose="020B0604020202020204" charset="0"/>
              </a:rPr>
              <a:t> </a:t>
            </a:r>
            <a:r>
              <a:rPr lang="en-ID" sz="1600" dirty="0" err="1">
                <a:latin typeface="Josefin Sans Medium" panose="020B0604020202020204" charset="0"/>
              </a:rPr>
              <a:t>terstruktur</a:t>
            </a:r>
            <a:r>
              <a:rPr lang="en-ID" sz="1600" dirty="0">
                <a:latin typeface="Josefin Sans Medium" panose="020B0604020202020204" charset="0"/>
              </a:rPr>
              <a:t> </a:t>
            </a:r>
            <a:r>
              <a:rPr lang="en-ID" sz="1600" dirty="0" err="1">
                <a:latin typeface="Josefin Sans Medium" panose="020B0604020202020204" charset="0"/>
              </a:rPr>
              <a:t>seperti</a:t>
            </a:r>
            <a:r>
              <a:rPr lang="en-ID" sz="1600" dirty="0">
                <a:latin typeface="Josefin Sans Medium" panose="020B0604020202020204" charset="0"/>
              </a:rPr>
              <a:t> </a:t>
            </a:r>
            <a:r>
              <a:rPr lang="en-ID" sz="1600" dirty="0" err="1">
                <a:latin typeface="Josefin Sans Medium" panose="020B0604020202020204" charset="0"/>
              </a:rPr>
              <a:t>lokasi</a:t>
            </a:r>
            <a:r>
              <a:rPr lang="en-ID" sz="1600" dirty="0">
                <a:latin typeface="Josefin Sans Medium" panose="020B0604020202020204" charset="0"/>
              </a:rPr>
              <a:t>, </a:t>
            </a:r>
            <a:r>
              <a:rPr lang="en-ID" sz="1600" dirty="0" err="1">
                <a:latin typeface="Josefin Sans Medium" panose="020B0604020202020204" charset="0"/>
              </a:rPr>
              <a:t>jumlah</a:t>
            </a:r>
            <a:r>
              <a:rPr lang="en-ID" sz="1600" dirty="0">
                <a:latin typeface="Josefin Sans Medium" panose="020B0604020202020204" charset="0"/>
              </a:rPr>
              <a:t> </a:t>
            </a:r>
            <a:r>
              <a:rPr lang="en-ID" sz="1600" dirty="0" err="1">
                <a:latin typeface="Josefin Sans Medium" panose="020B0604020202020204" charset="0"/>
              </a:rPr>
              <a:t>kamar</a:t>
            </a:r>
            <a:r>
              <a:rPr lang="en-ID" sz="1600" dirty="0">
                <a:latin typeface="Josefin Sans Medium" panose="020B0604020202020204" charset="0"/>
              </a:rPr>
              <a:t>, dan tag, </a:t>
            </a:r>
            <a:r>
              <a:rPr lang="en-ID" sz="1600" dirty="0" err="1">
                <a:latin typeface="Josefin Sans Medium" panose="020B0604020202020204" charset="0"/>
              </a:rPr>
              <a:t>sehingga</a:t>
            </a:r>
            <a:r>
              <a:rPr lang="en-ID" sz="1600" dirty="0">
                <a:latin typeface="Josefin Sans Medium" panose="020B0604020202020204" charset="0"/>
              </a:rPr>
              <a:t> </a:t>
            </a:r>
            <a:r>
              <a:rPr lang="en-ID" sz="1600" dirty="0" err="1">
                <a:latin typeface="Josefin Sans Medium" panose="020B0604020202020204" charset="0"/>
              </a:rPr>
              <a:t>banyak</a:t>
            </a:r>
            <a:r>
              <a:rPr lang="en-ID" sz="1600" dirty="0">
                <a:latin typeface="Josefin Sans Medium" panose="020B0604020202020204" charset="0"/>
              </a:rPr>
              <a:t> </a:t>
            </a:r>
            <a:r>
              <a:rPr lang="en-ID" sz="1600" dirty="0" err="1">
                <a:latin typeface="Josefin Sans Medium" panose="020B0604020202020204" charset="0"/>
              </a:rPr>
              <a:t>potensi</a:t>
            </a:r>
            <a:r>
              <a:rPr lang="en-ID" sz="1600" dirty="0">
                <a:latin typeface="Josefin Sans Medium" panose="020B0604020202020204" charset="0"/>
              </a:rPr>
              <a:t> </a:t>
            </a:r>
            <a:r>
              <a:rPr lang="en-ID" sz="1600" dirty="0" err="1">
                <a:latin typeface="Josefin Sans Medium" panose="020B0604020202020204" charset="0"/>
              </a:rPr>
              <a:t>informasi</a:t>
            </a:r>
            <a:r>
              <a:rPr lang="en-ID" sz="1600" dirty="0">
                <a:latin typeface="Josefin Sans Medium" panose="020B0604020202020204" charset="0"/>
              </a:rPr>
              <a:t> </a:t>
            </a:r>
            <a:r>
              <a:rPr lang="en-ID" sz="1600" dirty="0" err="1">
                <a:latin typeface="Josefin Sans Medium" panose="020B0604020202020204" charset="0"/>
              </a:rPr>
              <a:t>dari</a:t>
            </a:r>
            <a:r>
              <a:rPr lang="en-ID" sz="1600" dirty="0">
                <a:latin typeface="Josefin Sans Medium" panose="020B0604020202020204" charset="0"/>
              </a:rPr>
              <a:t> </a:t>
            </a:r>
            <a:r>
              <a:rPr lang="en-ID" sz="1600" dirty="0" err="1">
                <a:latin typeface="Josefin Sans Medium" panose="020B0604020202020204" charset="0"/>
              </a:rPr>
              <a:t>teks</a:t>
            </a:r>
            <a:r>
              <a:rPr lang="en-ID" sz="1600" dirty="0">
                <a:latin typeface="Josefin Sans Medium" panose="020B0604020202020204" charset="0"/>
              </a:rPr>
              <a:t> </a:t>
            </a:r>
            <a:r>
              <a:rPr lang="en-ID" sz="1600" dirty="0" err="1">
                <a:latin typeface="Josefin Sans Medium" panose="020B0604020202020204" charset="0"/>
              </a:rPr>
              <a:t>deskripsi</a:t>
            </a:r>
            <a:r>
              <a:rPr lang="en-ID" sz="1600" dirty="0">
                <a:latin typeface="Josefin Sans Medium" panose="020B0604020202020204" charset="0"/>
              </a:rPr>
              <a:t> yang </a:t>
            </a:r>
            <a:r>
              <a:rPr lang="en-ID" sz="1600" dirty="0" err="1">
                <a:latin typeface="Josefin Sans Medium" panose="020B0604020202020204" charset="0"/>
              </a:rPr>
              <a:t>belum</a:t>
            </a:r>
            <a:r>
              <a:rPr lang="en-ID" sz="1600" dirty="0">
                <a:latin typeface="Josefin Sans Medium" panose="020B0604020202020204" charset="0"/>
              </a:rPr>
              <a:t> </a:t>
            </a:r>
            <a:r>
              <a:rPr lang="en-ID" sz="1600" dirty="0" err="1">
                <a:latin typeface="Josefin Sans Medium" panose="020B0604020202020204" charset="0"/>
              </a:rPr>
              <a:t>tergali</a:t>
            </a:r>
            <a:r>
              <a:rPr lang="en-ID" sz="1600" dirty="0">
                <a:latin typeface="Josefin Sans Medium" panose="020B0604020202020204" charset="0"/>
              </a:rPr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4F736D8-7991-74BE-4405-6F93ACD825BF}"/>
              </a:ext>
            </a:extLst>
          </p:cNvPr>
          <p:cNvGrpSpPr/>
          <p:nvPr/>
        </p:nvGrpSpPr>
        <p:grpSpPr>
          <a:xfrm>
            <a:off x="4420923" y="1146719"/>
            <a:ext cx="4132169" cy="3131083"/>
            <a:chOff x="4571999" y="1146719"/>
            <a:chExt cx="4132169" cy="313108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F7C317B-D7F9-EAFE-66A9-9244A0C07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0" y="1146719"/>
              <a:ext cx="4071068" cy="227903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1A53B65-B71B-C0AA-1097-DF88E0A1B3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1999" y="3425751"/>
              <a:ext cx="4132169" cy="8520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587;p70">
            <a:extLst>
              <a:ext uri="{FF2B5EF4-FFF2-40B4-BE49-F238E27FC236}">
                <a16:creationId xmlns:a16="http://schemas.microsoft.com/office/drawing/2014/main" id="{452F31A8-B449-1CC0-9AEA-7A0D8C65859D}"/>
              </a:ext>
            </a:extLst>
          </p:cNvPr>
          <p:cNvSpPr txBox="1">
            <a:spLocks/>
          </p:cNvSpPr>
          <p:nvPr/>
        </p:nvSpPr>
        <p:spPr>
          <a:xfrm>
            <a:off x="715617" y="1143240"/>
            <a:ext cx="3456626" cy="367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Josefin Sans Medium"/>
              <a:buNone/>
              <a:defRPr sz="3000" b="0" i="0" u="none" strike="noStrike" cap="none">
                <a:solidFill>
                  <a:schemeClr val="dk1"/>
                </a:solidFill>
                <a:latin typeface="Josefin Sans Medium"/>
                <a:ea typeface="Josefin Sans Medium"/>
                <a:cs typeface="Josefin Sans Medium"/>
                <a:sym typeface="Josefin Sa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buSzPts val="1100"/>
              <a:buFont typeface="Arial"/>
              <a:buNone/>
            </a:pPr>
            <a:r>
              <a:rPr lang="en-US" sz="1600" dirty="0"/>
              <a:t>Hybrid search system (Keyword search + Semantic search)</a:t>
            </a:r>
          </a:p>
          <a:p>
            <a:pPr algn="just">
              <a:buSzPts val="1100"/>
              <a:buFont typeface="Arial"/>
              <a:buNone/>
            </a:pPr>
            <a:endParaRPr lang="en-US" sz="1600" dirty="0"/>
          </a:p>
          <a:p>
            <a:pPr algn="just">
              <a:buSzPts val="1100"/>
              <a:buFont typeface="Arial"/>
              <a:buNone/>
            </a:pPr>
            <a:r>
              <a:rPr lang="en-US" sz="1600" dirty="0"/>
              <a:t>Text embedding </a:t>
            </a:r>
            <a:r>
              <a:rPr lang="en-US" sz="1600" dirty="0" err="1"/>
              <a:t>terhadap</a:t>
            </a:r>
            <a:r>
              <a:rPr lang="en-US" sz="1600" dirty="0"/>
              <a:t> data </a:t>
            </a:r>
            <a:r>
              <a:rPr lang="en-US" sz="1600" dirty="0" err="1"/>
              <a:t>teks</a:t>
            </a:r>
            <a:r>
              <a:rPr lang="en-US" sz="1600" dirty="0"/>
              <a:t> dengan model pre-trained ‘BAAI/bge-m3’.</a:t>
            </a:r>
          </a:p>
          <a:p>
            <a:pPr algn="just">
              <a:buSzPts val="1100"/>
              <a:buFont typeface="Arial"/>
              <a:buNone/>
            </a:pPr>
            <a:endParaRPr lang="en-US" sz="1600" dirty="0"/>
          </a:p>
          <a:p>
            <a:pPr algn="just">
              <a:buSzPts val="1100"/>
              <a:buFont typeface="Arial"/>
              <a:buNone/>
            </a:pPr>
            <a:r>
              <a:rPr lang="en-US" sz="1600" dirty="0"/>
              <a:t>Dengan </a:t>
            </a:r>
            <a:r>
              <a:rPr lang="en-US" sz="1600" dirty="0" err="1"/>
              <a:t>pendekatan</a:t>
            </a:r>
            <a:r>
              <a:rPr lang="en-US" sz="1600" dirty="0"/>
              <a:t> ini, </a:t>
            </a:r>
            <a:r>
              <a:rPr lang="en-US" sz="1600" dirty="0" err="1"/>
              <a:t>pengguna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mencari</a:t>
            </a:r>
            <a:r>
              <a:rPr lang="en-US" sz="1600" dirty="0"/>
              <a:t> </a:t>
            </a:r>
            <a:r>
              <a:rPr lang="en-US" sz="1600" dirty="0" err="1"/>
              <a:t>menggunakan</a:t>
            </a:r>
            <a:r>
              <a:rPr lang="en-US" sz="1600" dirty="0"/>
              <a:t> </a:t>
            </a:r>
            <a:r>
              <a:rPr lang="en-US" sz="1600" dirty="0" err="1"/>
              <a:t>kalimat</a:t>
            </a:r>
            <a:r>
              <a:rPr lang="en-US" sz="1600" dirty="0"/>
              <a:t> </a:t>
            </a:r>
            <a:r>
              <a:rPr lang="en-US" sz="1600" dirty="0" err="1"/>
              <a:t>bebas</a:t>
            </a:r>
            <a:r>
              <a:rPr lang="en-US" sz="1600" dirty="0"/>
              <a:t> </a:t>
            </a:r>
            <a:r>
              <a:rPr lang="en-US" sz="1600" dirty="0" err="1"/>
              <a:t>seperti</a:t>
            </a:r>
            <a:r>
              <a:rPr lang="en-US" sz="1600" dirty="0"/>
              <a:t>:</a:t>
            </a:r>
          </a:p>
          <a:p>
            <a:pPr algn="just">
              <a:buSzPts val="1100"/>
              <a:buFont typeface="Arial"/>
              <a:buNone/>
            </a:pPr>
            <a:endParaRPr lang="en-US" sz="1600" dirty="0"/>
          </a:p>
          <a:p>
            <a:pPr algn="just">
              <a:buSzPts val="1100"/>
              <a:buFont typeface="Arial"/>
              <a:buNone/>
            </a:pPr>
            <a:r>
              <a:rPr lang="en-US" sz="1600"/>
              <a:t>“Villa </a:t>
            </a:r>
            <a:r>
              <a:rPr lang="en-US" sz="1600" dirty="0" err="1"/>
              <a:t>nyaman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bulan </a:t>
            </a:r>
            <a:r>
              <a:rPr lang="en-US" sz="1600" dirty="0" err="1"/>
              <a:t>madu</a:t>
            </a:r>
            <a:r>
              <a:rPr lang="en-US" sz="1600" dirty="0"/>
              <a:t> dengan rooftop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menikmati</a:t>
            </a:r>
            <a:r>
              <a:rPr lang="en-US" sz="1600" dirty="0"/>
              <a:t> </a:t>
            </a:r>
            <a:r>
              <a:rPr lang="en-US" sz="1600" dirty="0" err="1"/>
              <a:t>pemandangan</a:t>
            </a:r>
            <a:r>
              <a:rPr lang="en-US" sz="1600" dirty="0"/>
              <a:t> </a:t>
            </a:r>
            <a:r>
              <a:rPr lang="en-US" sz="1600" dirty="0" err="1"/>
              <a:t>pantai</a:t>
            </a:r>
            <a:r>
              <a:rPr lang="en-US" sz="1600" dirty="0"/>
              <a:t> yang </a:t>
            </a:r>
            <a:r>
              <a:rPr lang="en-US" sz="1600" dirty="0" err="1"/>
              <a:t>indah</a:t>
            </a:r>
            <a:r>
              <a:rPr lang="en-US" sz="1600" dirty="0"/>
              <a:t>”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F36628C-5808-43B7-CF1F-A4FB8934C4E2}"/>
              </a:ext>
            </a:extLst>
          </p:cNvPr>
          <p:cNvGrpSpPr/>
          <p:nvPr/>
        </p:nvGrpSpPr>
        <p:grpSpPr>
          <a:xfrm>
            <a:off x="4420923" y="1146719"/>
            <a:ext cx="4132169" cy="3131083"/>
            <a:chOff x="4571999" y="1146719"/>
            <a:chExt cx="4132169" cy="3131083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5650882-5DD4-53D5-7ACD-284CFCD78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0" y="1146719"/>
              <a:ext cx="4071068" cy="227903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5EAD28A9-D111-8870-0ADD-752B9684E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1999" y="3425751"/>
              <a:ext cx="4132169" cy="852051"/>
            </a:xfrm>
            <a:prstGeom prst="rect">
              <a:avLst/>
            </a:prstGeom>
          </p:spPr>
        </p:pic>
      </p:grpSp>
      <p:sp>
        <p:nvSpPr>
          <p:cNvPr id="44" name="Google Shape;554;p68">
            <a:extLst>
              <a:ext uri="{FF2B5EF4-FFF2-40B4-BE49-F238E27FC236}">
                <a16:creationId xmlns:a16="http://schemas.microsoft.com/office/drawing/2014/main" id="{14745D21-1AEE-DBF6-14BA-2AA240F91448}"/>
              </a:ext>
            </a:extLst>
          </p:cNvPr>
          <p:cNvSpPr txBox="1">
            <a:spLocks/>
          </p:cNvSpPr>
          <p:nvPr/>
        </p:nvSpPr>
        <p:spPr>
          <a:xfrm>
            <a:off x="900688" y="548640"/>
            <a:ext cx="7342624" cy="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 Medium"/>
              <a:buNone/>
              <a:defRPr sz="28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algn="ctr">
              <a:buSzPts val="1100"/>
              <a:buFont typeface="Arial"/>
              <a:buNone/>
            </a:pPr>
            <a:r>
              <a:rPr lang="en" dirty="0"/>
              <a:t>SOLUTION APPROACH</a:t>
            </a:r>
            <a:endParaRPr lang="en-ID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78"/>
          <p:cNvSpPr txBox="1">
            <a:spLocks noGrp="1"/>
          </p:cNvSpPr>
          <p:nvPr>
            <p:ph type="title"/>
          </p:nvPr>
        </p:nvSpPr>
        <p:spPr>
          <a:xfrm>
            <a:off x="720000" y="55026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INITIAL ETL</a:t>
            </a:r>
            <a:endParaRPr dirty="0"/>
          </a:p>
        </p:txBody>
      </p:sp>
      <p:cxnSp>
        <p:nvCxnSpPr>
          <p:cNvPr id="702" name="Google Shape;702;p78"/>
          <p:cNvCxnSpPr>
            <a:stCxn id="703" idx="2"/>
            <a:endCxn id="704" idx="6"/>
          </p:cNvCxnSpPr>
          <p:nvPr/>
        </p:nvCxnSpPr>
        <p:spPr>
          <a:xfrm>
            <a:off x="1423525" y="1609713"/>
            <a:ext cx="6272700" cy="13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3" name="Google Shape;703;p78"/>
          <p:cNvSpPr/>
          <p:nvPr/>
        </p:nvSpPr>
        <p:spPr>
          <a:xfrm>
            <a:off x="1423525" y="1327413"/>
            <a:ext cx="564600" cy="564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Josefin Sans Medium"/>
                <a:ea typeface="Josefin Sans Medium"/>
                <a:cs typeface="Josefin Sans Medium"/>
                <a:sym typeface="Josefin Sans Medium"/>
              </a:rPr>
              <a:t>1</a:t>
            </a:r>
            <a:endParaRPr sz="2000">
              <a:solidFill>
                <a:schemeClr val="lt1"/>
              </a:solidFill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sp>
        <p:nvSpPr>
          <p:cNvPr id="705" name="Google Shape;705;p78"/>
          <p:cNvSpPr txBox="1"/>
          <p:nvPr/>
        </p:nvSpPr>
        <p:spPr>
          <a:xfrm>
            <a:off x="644596" y="2262901"/>
            <a:ext cx="2122458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Ekstrak data penginapan dari web Bukit Vista beserta atributnya: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nama, lokasi, url, tag, deskripsi, </a:t>
            </a:r>
            <a:r>
              <a:rPr lang="en-US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fasilitas</a:t>
            </a:r>
            <a:r>
              <a:rPr lang="en-US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foto</a:t>
            </a:r>
            <a:r>
              <a:rPr lang="en-US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6" name="Google Shape;706;p78"/>
          <p:cNvSpPr txBox="1"/>
          <p:nvPr/>
        </p:nvSpPr>
        <p:spPr>
          <a:xfrm>
            <a:off x="850225" y="1920088"/>
            <a:ext cx="17112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2"/>
                </a:solidFill>
                <a:latin typeface="Josefin Sans Medium"/>
                <a:ea typeface="Josefin Sans Medium"/>
                <a:cs typeface="Josefin Sans Medium"/>
                <a:sym typeface="Josefin Sans Medium"/>
              </a:rPr>
              <a:t>Web Scraping</a:t>
            </a:r>
            <a:endParaRPr sz="1600" dirty="0">
              <a:solidFill>
                <a:schemeClr val="accent2"/>
              </a:solidFill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sp>
        <p:nvSpPr>
          <p:cNvPr id="707" name="Google Shape;707;p78"/>
          <p:cNvSpPr txBox="1"/>
          <p:nvPr/>
        </p:nvSpPr>
        <p:spPr>
          <a:xfrm>
            <a:off x="2850542" y="2262901"/>
            <a:ext cx="3442916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Mengangani</a:t>
            </a:r>
            <a:r>
              <a:rPr lang="en-US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missing values, incorrect data types/format, text cleaning pada </a:t>
            </a:r>
            <a:r>
              <a:rPr lang="en-US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fitur</a:t>
            </a:r>
            <a:r>
              <a:rPr lang="en-US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teks</a:t>
            </a:r>
            <a:r>
              <a:rPr lang="en-US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translasi</a:t>
            </a:r>
            <a:r>
              <a:rPr lang="en-US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, hapus emoji &amp; </a:t>
            </a:r>
            <a:r>
              <a:rPr lang="en-US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spasi</a:t>
            </a:r>
            <a:r>
              <a:rPr lang="en-US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berlebih</a:t>
            </a:r>
            <a:r>
              <a:rPr lang="en-US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US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semantic search, + hapus </a:t>
            </a:r>
            <a:r>
              <a:rPr lang="en-US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tanda</a:t>
            </a:r>
            <a:r>
              <a:rPr lang="en-US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baca</a:t>
            </a:r>
            <a:r>
              <a:rPr lang="en-US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tokenisasi</a:t>
            </a:r>
            <a:r>
              <a:rPr lang="en-US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lemmatisasi</a:t>
            </a:r>
            <a:r>
              <a:rPr lang="en-US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, &amp; </a:t>
            </a:r>
            <a:r>
              <a:rPr lang="en-US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stopword</a:t>
            </a:r>
            <a:r>
              <a:rPr lang="en-US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removal </a:t>
            </a:r>
            <a:r>
              <a:rPr lang="en-US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US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keyword search)</a:t>
            </a:r>
          </a:p>
        </p:txBody>
      </p:sp>
      <p:sp>
        <p:nvSpPr>
          <p:cNvPr id="708" name="Google Shape;708;p78"/>
          <p:cNvSpPr txBox="1"/>
          <p:nvPr/>
        </p:nvSpPr>
        <p:spPr>
          <a:xfrm>
            <a:off x="3704275" y="1919352"/>
            <a:ext cx="17112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2"/>
                </a:solidFill>
                <a:latin typeface="Josefin Sans Medium"/>
                <a:ea typeface="Josefin Sans Medium"/>
                <a:cs typeface="Josefin Sans Medium"/>
                <a:sym typeface="Josefin Sans Medium"/>
              </a:rPr>
              <a:t>Data Cleaning</a:t>
            </a:r>
            <a:endParaRPr sz="1600" dirty="0">
              <a:solidFill>
                <a:schemeClr val="accent2"/>
              </a:solidFill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sp>
        <p:nvSpPr>
          <p:cNvPr id="709" name="Google Shape;709;p78"/>
          <p:cNvSpPr txBox="1"/>
          <p:nvPr/>
        </p:nvSpPr>
        <p:spPr>
          <a:xfrm>
            <a:off x="6516007" y="2262901"/>
            <a:ext cx="17958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algn="ctr"/>
            <a:r>
              <a:rPr lang="en-US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Melakukan</a:t>
            </a:r>
            <a:r>
              <a:rPr lang="en-US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text embedding pada nama, tag, &amp; </a:t>
            </a:r>
            <a:r>
              <a:rPr lang="en-US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deskripsi</a:t>
            </a:r>
            <a:r>
              <a:rPr lang="en-US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lalu</a:t>
            </a:r>
            <a:r>
              <a:rPr lang="en-US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load data bersih ke vector database. </a:t>
            </a:r>
            <a:endParaRPr dirty="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0" name="Google Shape;710;p78"/>
          <p:cNvSpPr txBox="1"/>
          <p:nvPr/>
        </p:nvSpPr>
        <p:spPr>
          <a:xfrm>
            <a:off x="6249725" y="1924774"/>
            <a:ext cx="2328364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2"/>
                </a:solidFill>
                <a:latin typeface="Josefin Sans Medium"/>
                <a:ea typeface="Josefin Sans Medium"/>
                <a:cs typeface="Josefin Sans Medium"/>
                <a:sym typeface="Josefin Sans Medium"/>
              </a:rPr>
              <a:t>Load to Vector DB</a:t>
            </a:r>
            <a:endParaRPr sz="1600" dirty="0">
              <a:solidFill>
                <a:schemeClr val="accent2"/>
              </a:solidFill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sp>
        <p:nvSpPr>
          <p:cNvPr id="711" name="Google Shape;711;p78"/>
          <p:cNvSpPr/>
          <p:nvPr/>
        </p:nvSpPr>
        <p:spPr>
          <a:xfrm>
            <a:off x="4289700" y="1330859"/>
            <a:ext cx="564600" cy="564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Josefin Sans Medium"/>
                <a:ea typeface="Josefin Sans Medium"/>
                <a:cs typeface="Josefin Sans Medium"/>
                <a:sym typeface="Josefin Sans Medium"/>
              </a:rPr>
              <a:t>2</a:t>
            </a:r>
            <a:endParaRPr sz="2000">
              <a:solidFill>
                <a:schemeClr val="lt1"/>
              </a:solidFill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sp>
        <p:nvSpPr>
          <p:cNvPr id="704" name="Google Shape;704;p78"/>
          <p:cNvSpPr/>
          <p:nvPr/>
        </p:nvSpPr>
        <p:spPr>
          <a:xfrm>
            <a:off x="7131600" y="1341138"/>
            <a:ext cx="564600" cy="564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Josefin Sans Medium"/>
                <a:ea typeface="Josefin Sans Medium"/>
                <a:cs typeface="Josefin Sans Medium"/>
                <a:sym typeface="Josefin Sans Medium"/>
              </a:rPr>
              <a:t>3</a:t>
            </a:r>
            <a:endParaRPr sz="2000">
              <a:solidFill>
                <a:schemeClr val="lt1"/>
              </a:solidFill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5F5CDE-F674-DDA3-551C-1E828AFA0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3740993"/>
            <a:ext cx="564600" cy="723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C9BD97-13E1-979D-BE3D-6B77320AC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004" y="3797127"/>
            <a:ext cx="1423020" cy="61171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134845F-8915-34EC-5B7E-B1170C5F9D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39263" y="3725662"/>
            <a:ext cx="1065474" cy="7546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E141CF-1E9E-CF2A-D6EC-F761A01461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5420" y="3961846"/>
            <a:ext cx="1376960" cy="2822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7">
          <a:extLst>
            <a:ext uri="{FF2B5EF4-FFF2-40B4-BE49-F238E27FC236}">
              <a16:creationId xmlns:a16="http://schemas.microsoft.com/office/drawing/2014/main" id="{0ACC2C0C-AE36-A347-CF9C-ACF6F43BE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8" name="Google Shape;1048;p94">
            <a:extLst>
              <a:ext uri="{FF2B5EF4-FFF2-40B4-BE49-F238E27FC236}">
                <a16:creationId xmlns:a16="http://schemas.microsoft.com/office/drawing/2014/main" id="{9A52D4A7-46B0-4B6D-1280-42D95280F2B7}"/>
              </a:ext>
            </a:extLst>
          </p:cNvPr>
          <p:cNvCxnSpPr>
            <a:cxnSpLocks/>
          </p:cNvCxnSpPr>
          <p:nvPr/>
        </p:nvCxnSpPr>
        <p:spPr>
          <a:xfrm>
            <a:off x="993913" y="2736315"/>
            <a:ext cx="457995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01;p78">
            <a:extLst>
              <a:ext uri="{FF2B5EF4-FFF2-40B4-BE49-F238E27FC236}">
                <a16:creationId xmlns:a16="http://schemas.microsoft.com/office/drawing/2014/main" id="{34CF31B5-A124-35C2-509B-B9CB8F212008}"/>
              </a:ext>
            </a:extLst>
          </p:cNvPr>
          <p:cNvSpPr txBox="1">
            <a:spLocks/>
          </p:cNvSpPr>
          <p:nvPr/>
        </p:nvSpPr>
        <p:spPr>
          <a:xfrm>
            <a:off x="720000" y="55026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Josefin Sans Medium"/>
              <a:buNone/>
              <a:defRPr sz="28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U</a:t>
            </a:r>
            <a:r>
              <a:rPr lang="en-ID" dirty="0"/>
              <a:t>SER INPUT PROCESSING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84B3868-5862-309A-1E4B-57D079625DD4}"/>
              </a:ext>
            </a:extLst>
          </p:cNvPr>
          <p:cNvGrpSpPr/>
          <p:nvPr/>
        </p:nvGrpSpPr>
        <p:grpSpPr>
          <a:xfrm>
            <a:off x="1593754" y="2483617"/>
            <a:ext cx="1802710" cy="915602"/>
            <a:chOff x="1593754" y="2746010"/>
            <a:chExt cx="1802710" cy="91560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F31CE50-3920-8C71-7454-DD2A2C7562ED}"/>
                </a:ext>
              </a:extLst>
            </p:cNvPr>
            <p:cNvGrpSpPr/>
            <p:nvPr/>
          </p:nvGrpSpPr>
          <p:grpSpPr>
            <a:xfrm>
              <a:off x="2174103" y="2746010"/>
              <a:ext cx="642012" cy="529086"/>
              <a:chOff x="2840685" y="1992626"/>
              <a:chExt cx="642012" cy="529086"/>
            </a:xfrm>
          </p:grpSpPr>
          <p:pic>
            <p:nvPicPr>
              <p:cNvPr id="5" name="Google Shape;1049;p94">
                <a:extLst>
                  <a:ext uri="{FF2B5EF4-FFF2-40B4-BE49-F238E27FC236}">
                    <a16:creationId xmlns:a16="http://schemas.microsoft.com/office/drawing/2014/main" id="{CD204B6D-2E3E-3B31-784C-FB36CBB1294B}"/>
                  </a:ext>
                </a:extLst>
              </p:cNvPr>
              <p:cNvPicPr preferRelativeResize="0"/>
              <p:nvPr/>
            </p:nvPicPr>
            <p:blipFill rotWithShape="1">
              <a:blip r:embed="rId3"/>
              <a:srcRect t="20328" b="20328"/>
              <a:stretch/>
            </p:blipFill>
            <p:spPr>
              <a:xfrm>
                <a:off x="2840685" y="1992626"/>
                <a:ext cx="520248" cy="520248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1051;p94">
                <a:extLst>
                  <a:ext uri="{FF2B5EF4-FFF2-40B4-BE49-F238E27FC236}">
                    <a16:creationId xmlns:a16="http://schemas.microsoft.com/office/drawing/2014/main" id="{92F9CE64-EC06-F86D-9FC0-E78A3B1ACC54}"/>
                  </a:ext>
                </a:extLst>
              </p:cNvPr>
              <p:cNvSpPr/>
              <p:nvPr/>
            </p:nvSpPr>
            <p:spPr>
              <a:xfrm>
                <a:off x="2966363" y="2005496"/>
                <a:ext cx="516334" cy="516216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1042;p94">
              <a:extLst>
                <a:ext uri="{FF2B5EF4-FFF2-40B4-BE49-F238E27FC236}">
                  <a16:creationId xmlns:a16="http://schemas.microsoft.com/office/drawing/2014/main" id="{7BA89E4C-F63B-F92D-F478-2FB810FDF262}"/>
                </a:ext>
              </a:extLst>
            </p:cNvPr>
            <p:cNvSpPr txBox="1">
              <a:spLocks/>
            </p:cNvSpPr>
            <p:nvPr/>
          </p:nvSpPr>
          <p:spPr>
            <a:xfrm>
              <a:off x="1593754" y="3237112"/>
              <a:ext cx="1802710" cy="42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ato"/>
                <a:buNone/>
                <a:defRPr sz="18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9pPr>
            </a:lstStyle>
            <a:p>
              <a:pPr marL="0" indent="0" algn="ctr">
                <a:buSzPts val="1100"/>
                <a:buFont typeface="Arial"/>
                <a:buNone/>
              </a:pPr>
              <a:r>
                <a:rPr lang="en-US" sz="1400" dirty="0"/>
                <a:t>Input </a:t>
              </a:r>
              <a:r>
                <a:rPr lang="en-US" sz="1400" dirty="0" err="1"/>
                <a:t>Numerik</a:t>
              </a:r>
              <a:endParaRPr lang="en-US" sz="1400" dirty="0"/>
            </a:p>
            <a:p>
              <a:pPr marL="0" indent="0" algn="ctr">
                <a:spcBef>
                  <a:spcPts val="1600"/>
                </a:spcBef>
                <a:spcAft>
                  <a:spcPts val="1600"/>
                </a:spcAft>
              </a:pPr>
              <a:endParaRPr lang="en-US" sz="1600" dirty="0"/>
            </a:p>
          </p:txBody>
        </p:sp>
      </p:grpSp>
      <p:cxnSp>
        <p:nvCxnSpPr>
          <p:cNvPr id="10" name="Google Shape;1048;p94">
            <a:extLst>
              <a:ext uri="{FF2B5EF4-FFF2-40B4-BE49-F238E27FC236}">
                <a16:creationId xmlns:a16="http://schemas.microsoft.com/office/drawing/2014/main" id="{14D7BCD7-052D-CF24-57B8-5D1F9605608D}"/>
              </a:ext>
            </a:extLst>
          </p:cNvPr>
          <p:cNvCxnSpPr>
            <a:cxnSpLocks/>
          </p:cNvCxnSpPr>
          <p:nvPr/>
        </p:nvCxnSpPr>
        <p:spPr>
          <a:xfrm>
            <a:off x="1733386" y="1648702"/>
            <a:ext cx="0" cy="22053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048;p94">
            <a:extLst>
              <a:ext uri="{FF2B5EF4-FFF2-40B4-BE49-F238E27FC236}">
                <a16:creationId xmlns:a16="http://schemas.microsoft.com/office/drawing/2014/main" id="{175BA4FC-46FC-AF6C-96E3-CDDC4656AB6C}"/>
              </a:ext>
            </a:extLst>
          </p:cNvPr>
          <p:cNvCxnSpPr>
            <a:cxnSpLocks/>
          </p:cNvCxnSpPr>
          <p:nvPr/>
        </p:nvCxnSpPr>
        <p:spPr>
          <a:xfrm>
            <a:off x="1733386" y="1641065"/>
            <a:ext cx="384048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048;p94">
            <a:extLst>
              <a:ext uri="{FF2B5EF4-FFF2-40B4-BE49-F238E27FC236}">
                <a16:creationId xmlns:a16="http://schemas.microsoft.com/office/drawing/2014/main" id="{5896FC6B-D08F-BBB7-DE73-F60BB3271012}"/>
              </a:ext>
            </a:extLst>
          </p:cNvPr>
          <p:cNvCxnSpPr>
            <a:cxnSpLocks/>
          </p:cNvCxnSpPr>
          <p:nvPr/>
        </p:nvCxnSpPr>
        <p:spPr>
          <a:xfrm>
            <a:off x="1733386" y="3854055"/>
            <a:ext cx="384048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C423BE3-49F9-A28E-90B2-8AE4F35024A1}"/>
              </a:ext>
            </a:extLst>
          </p:cNvPr>
          <p:cNvGrpSpPr/>
          <p:nvPr/>
        </p:nvGrpSpPr>
        <p:grpSpPr>
          <a:xfrm>
            <a:off x="1593754" y="1377724"/>
            <a:ext cx="1802710" cy="915602"/>
            <a:chOff x="2015171" y="1349899"/>
            <a:chExt cx="1802710" cy="91560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50E2404-9E90-1E4E-126F-B3079D011103}"/>
                </a:ext>
              </a:extLst>
            </p:cNvPr>
            <p:cNvGrpSpPr/>
            <p:nvPr/>
          </p:nvGrpSpPr>
          <p:grpSpPr>
            <a:xfrm>
              <a:off x="2595520" y="1349899"/>
              <a:ext cx="642012" cy="529086"/>
              <a:chOff x="2840685" y="1992626"/>
              <a:chExt cx="642012" cy="529086"/>
            </a:xfrm>
          </p:grpSpPr>
          <p:pic>
            <p:nvPicPr>
              <p:cNvPr id="19" name="Google Shape;1049;p94">
                <a:extLst>
                  <a:ext uri="{FF2B5EF4-FFF2-40B4-BE49-F238E27FC236}">
                    <a16:creationId xmlns:a16="http://schemas.microsoft.com/office/drawing/2014/main" id="{A31CAD32-F539-D649-9EB6-452C6ACB97C1}"/>
                  </a:ext>
                </a:extLst>
              </p:cNvPr>
              <p:cNvPicPr preferRelativeResize="0"/>
              <p:nvPr/>
            </p:nvPicPr>
            <p:blipFill rotWithShape="1">
              <a:blip r:embed="rId4"/>
              <a:srcRect/>
              <a:stretch/>
            </p:blipFill>
            <p:spPr>
              <a:xfrm>
                <a:off x="2840685" y="1992626"/>
                <a:ext cx="520248" cy="520248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20" name="Google Shape;1051;p94">
                <a:extLst>
                  <a:ext uri="{FF2B5EF4-FFF2-40B4-BE49-F238E27FC236}">
                    <a16:creationId xmlns:a16="http://schemas.microsoft.com/office/drawing/2014/main" id="{2D691513-AFDD-9493-3936-098D896C85E0}"/>
                  </a:ext>
                </a:extLst>
              </p:cNvPr>
              <p:cNvSpPr/>
              <p:nvPr/>
            </p:nvSpPr>
            <p:spPr>
              <a:xfrm>
                <a:off x="2966363" y="2005496"/>
                <a:ext cx="516334" cy="516216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" name="Google Shape;1042;p94">
              <a:extLst>
                <a:ext uri="{FF2B5EF4-FFF2-40B4-BE49-F238E27FC236}">
                  <a16:creationId xmlns:a16="http://schemas.microsoft.com/office/drawing/2014/main" id="{E2C93EE4-40B2-A7EF-6FEC-8B53E5DC1ECF}"/>
                </a:ext>
              </a:extLst>
            </p:cNvPr>
            <p:cNvSpPr txBox="1">
              <a:spLocks/>
            </p:cNvSpPr>
            <p:nvPr/>
          </p:nvSpPr>
          <p:spPr>
            <a:xfrm>
              <a:off x="2015171" y="1841001"/>
              <a:ext cx="1802710" cy="42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ato"/>
                <a:buNone/>
                <a:defRPr sz="18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9pPr>
            </a:lstStyle>
            <a:p>
              <a:pPr marL="0" indent="0" algn="ctr">
                <a:buSzPts val="1100"/>
                <a:buFont typeface="Arial"/>
                <a:buNone/>
              </a:pPr>
              <a:r>
                <a:rPr lang="en-US" sz="1400" dirty="0"/>
                <a:t>Input Lokasi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6DC2579-7E86-DA95-18D2-B49D2AEB4C36}"/>
              </a:ext>
            </a:extLst>
          </p:cNvPr>
          <p:cNvGrpSpPr/>
          <p:nvPr/>
        </p:nvGrpSpPr>
        <p:grpSpPr>
          <a:xfrm>
            <a:off x="1593754" y="3589511"/>
            <a:ext cx="1802710" cy="915602"/>
            <a:chOff x="2015171" y="3688907"/>
            <a:chExt cx="1802710" cy="915602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DD0444D-6601-C64D-1042-CC2F4DB3CDD1}"/>
                </a:ext>
              </a:extLst>
            </p:cNvPr>
            <p:cNvGrpSpPr/>
            <p:nvPr/>
          </p:nvGrpSpPr>
          <p:grpSpPr>
            <a:xfrm>
              <a:off x="2595520" y="3688907"/>
              <a:ext cx="642012" cy="529086"/>
              <a:chOff x="2840685" y="1992626"/>
              <a:chExt cx="642012" cy="529086"/>
            </a:xfrm>
          </p:grpSpPr>
          <p:pic>
            <p:nvPicPr>
              <p:cNvPr id="23" name="Google Shape;1049;p94">
                <a:extLst>
                  <a:ext uri="{FF2B5EF4-FFF2-40B4-BE49-F238E27FC236}">
                    <a16:creationId xmlns:a16="http://schemas.microsoft.com/office/drawing/2014/main" id="{074D2A31-1CC9-F541-CF00-2B3436368D16}"/>
                  </a:ext>
                </a:extLst>
              </p:cNvPr>
              <p:cNvPicPr preferRelativeResize="0"/>
              <p:nvPr/>
            </p:nvPicPr>
            <p:blipFill rotWithShape="1">
              <a:blip r:embed="rId5"/>
              <a:srcRect l="291" r="291"/>
              <a:stretch/>
            </p:blipFill>
            <p:spPr>
              <a:xfrm>
                <a:off x="2840685" y="1992626"/>
                <a:ext cx="520248" cy="520248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24" name="Google Shape;1051;p94">
                <a:extLst>
                  <a:ext uri="{FF2B5EF4-FFF2-40B4-BE49-F238E27FC236}">
                    <a16:creationId xmlns:a16="http://schemas.microsoft.com/office/drawing/2014/main" id="{FE54A298-F6E1-AC27-8937-01AAD648F327}"/>
                  </a:ext>
                </a:extLst>
              </p:cNvPr>
              <p:cNvSpPr/>
              <p:nvPr/>
            </p:nvSpPr>
            <p:spPr>
              <a:xfrm>
                <a:off x="2966363" y="2005496"/>
                <a:ext cx="516334" cy="516216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" name="Google Shape;1042;p94">
              <a:extLst>
                <a:ext uri="{FF2B5EF4-FFF2-40B4-BE49-F238E27FC236}">
                  <a16:creationId xmlns:a16="http://schemas.microsoft.com/office/drawing/2014/main" id="{795F479A-CB62-972D-BFCF-A2908A07F491}"/>
                </a:ext>
              </a:extLst>
            </p:cNvPr>
            <p:cNvSpPr txBox="1">
              <a:spLocks/>
            </p:cNvSpPr>
            <p:nvPr/>
          </p:nvSpPr>
          <p:spPr>
            <a:xfrm>
              <a:off x="2015171" y="4180009"/>
              <a:ext cx="1802710" cy="42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ato"/>
                <a:buNone/>
                <a:defRPr sz="18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9pPr>
            </a:lstStyle>
            <a:p>
              <a:pPr marL="0" indent="0" algn="ctr">
                <a:buSzPts val="1100"/>
                <a:buFont typeface="Arial"/>
                <a:buNone/>
              </a:pPr>
              <a:r>
                <a:rPr lang="en-US" sz="1400" dirty="0"/>
                <a:t>Free Text Input</a:t>
              </a:r>
            </a:p>
            <a:p>
              <a:pPr marL="0" indent="0" algn="ctr">
                <a:spcBef>
                  <a:spcPts val="1600"/>
                </a:spcBef>
                <a:spcAft>
                  <a:spcPts val="1600"/>
                </a:spcAft>
              </a:pPr>
              <a:endParaRPr lang="en-US" sz="1600" dirty="0"/>
            </a:p>
          </p:txBody>
        </p:sp>
      </p:grpSp>
      <p:sp>
        <p:nvSpPr>
          <p:cNvPr id="44" name="Google Shape;1039;p94">
            <a:extLst>
              <a:ext uri="{FF2B5EF4-FFF2-40B4-BE49-F238E27FC236}">
                <a16:creationId xmlns:a16="http://schemas.microsoft.com/office/drawing/2014/main" id="{9A0A6782-7764-54E8-9752-F6A64F65719B}"/>
              </a:ext>
            </a:extLst>
          </p:cNvPr>
          <p:cNvSpPr txBox="1">
            <a:spLocks/>
          </p:cNvSpPr>
          <p:nvPr/>
        </p:nvSpPr>
        <p:spPr>
          <a:xfrm>
            <a:off x="3179333" y="2361275"/>
            <a:ext cx="1945016" cy="759512"/>
          </a:xfrm>
          <a:prstGeom prst="rect">
            <a:avLst/>
          </a:prstGeom>
          <a:solidFill>
            <a:schemeClr val="bg1"/>
          </a:solidFill>
          <a:ln>
            <a:solidFill>
              <a:srgbClr val="337E90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>
              <a:spcAft>
                <a:spcPts val="600"/>
              </a:spcAft>
              <a:buSzPts val="1100"/>
            </a:pPr>
            <a:r>
              <a:rPr lang="en-ID" dirty="0"/>
              <a:t>R</a:t>
            </a:r>
            <a:r>
              <a:rPr lang="en" dirty="0"/>
              <a:t>entang harga, jumlah kamar, kamar tidur, dll.</a:t>
            </a:r>
          </a:p>
          <a:p>
            <a:pPr marL="0" indent="0" algn="just">
              <a:spcAft>
                <a:spcPts val="600"/>
              </a:spcAft>
              <a:buSzPts val="1100"/>
              <a:buFont typeface="Arial"/>
              <a:buNone/>
            </a:pPr>
            <a:endParaRPr lang="en-ID" dirty="0"/>
          </a:p>
        </p:txBody>
      </p:sp>
      <p:sp>
        <p:nvSpPr>
          <p:cNvPr id="1039" name="Google Shape;1039;p94">
            <a:extLst>
              <a:ext uri="{FF2B5EF4-FFF2-40B4-BE49-F238E27FC236}">
                <a16:creationId xmlns:a16="http://schemas.microsoft.com/office/drawing/2014/main" id="{C7FA50FC-1B68-8968-9AAC-324B9872F1D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79333" y="1296066"/>
            <a:ext cx="1945008" cy="826799"/>
          </a:xfrm>
          <a:prstGeom prst="rect">
            <a:avLst/>
          </a:prstGeom>
          <a:solidFill>
            <a:schemeClr val="bg1"/>
          </a:solidFill>
          <a:ln>
            <a:solidFill>
              <a:srgbClr val="337E90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buSzPts val="1100"/>
              <a:buFont typeface="Arial"/>
              <a:buNone/>
            </a:pPr>
            <a:r>
              <a:rPr lang="en-ID" dirty="0"/>
              <a:t>Typo handling &amp; extract keyword </a:t>
            </a:r>
            <a:r>
              <a:rPr lang="en-ID" dirty="0" err="1"/>
              <a:t>lokasi</a:t>
            </a:r>
            <a:r>
              <a:rPr lang="en-ID" dirty="0"/>
              <a:t>.</a:t>
            </a:r>
          </a:p>
        </p:txBody>
      </p:sp>
      <p:sp>
        <p:nvSpPr>
          <p:cNvPr id="45" name="Google Shape;1039;p94">
            <a:extLst>
              <a:ext uri="{FF2B5EF4-FFF2-40B4-BE49-F238E27FC236}">
                <a16:creationId xmlns:a16="http://schemas.microsoft.com/office/drawing/2014/main" id="{65DFDAFE-D819-25D0-928D-ED736CFE3AC8}"/>
              </a:ext>
            </a:extLst>
          </p:cNvPr>
          <p:cNvSpPr txBox="1">
            <a:spLocks/>
          </p:cNvSpPr>
          <p:nvPr/>
        </p:nvSpPr>
        <p:spPr>
          <a:xfrm>
            <a:off x="3179333" y="3218114"/>
            <a:ext cx="1945016" cy="1731571"/>
          </a:xfrm>
          <a:prstGeom prst="rect">
            <a:avLst/>
          </a:prstGeom>
          <a:solidFill>
            <a:schemeClr val="bg1"/>
          </a:solidFill>
          <a:ln>
            <a:solidFill>
              <a:srgbClr val="337E90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>
              <a:spcAft>
                <a:spcPts val="600"/>
              </a:spcAft>
              <a:buSzPts val="1100"/>
              <a:buFont typeface="Arial"/>
              <a:buNone/>
            </a:pPr>
            <a:r>
              <a:rPr lang="en-ID" dirty="0"/>
              <a:t>Translate, Typo handling, keyword extraction, &amp; text embedding </a:t>
            </a:r>
            <a:r>
              <a:rPr lang="en-ID" dirty="0" err="1"/>
              <a:t>untuk</a:t>
            </a:r>
            <a:r>
              <a:rPr lang="en-ID" dirty="0"/>
              <a:t> hybrid search scoring </a:t>
            </a:r>
            <a:r>
              <a:rPr lang="en-ID" dirty="0" err="1"/>
              <a:t>terhadap</a:t>
            </a:r>
            <a:r>
              <a:rPr lang="en-ID" dirty="0"/>
              <a:t> nama, tag, &amp; </a:t>
            </a:r>
            <a:r>
              <a:rPr lang="en-ID" dirty="0" err="1"/>
              <a:t>deskripsi</a:t>
            </a:r>
            <a:r>
              <a:rPr lang="en-ID" dirty="0"/>
              <a:t>.</a:t>
            </a:r>
          </a:p>
        </p:txBody>
      </p:sp>
      <p:cxnSp>
        <p:nvCxnSpPr>
          <p:cNvPr id="50" name="Google Shape;1048;p94">
            <a:extLst>
              <a:ext uri="{FF2B5EF4-FFF2-40B4-BE49-F238E27FC236}">
                <a16:creationId xmlns:a16="http://schemas.microsoft.com/office/drawing/2014/main" id="{039037B9-6D50-5772-95D7-8B8B010AFD4F}"/>
              </a:ext>
            </a:extLst>
          </p:cNvPr>
          <p:cNvCxnSpPr>
            <a:cxnSpLocks/>
          </p:cNvCxnSpPr>
          <p:nvPr/>
        </p:nvCxnSpPr>
        <p:spPr>
          <a:xfrm>
            <a:off x="5573866" y="1648702"/>
            <a:ext cx="0" cy="22053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C62E2FA-222C-DDC0-2750-CA5795EAB3DC}"/>
              </a:ext>
            </a:extLst>
          </p:cNvPr>
          <p:cNvGrpSpPr/>
          <p:nvPr/>
        </p:nvGrpSpPr>
        <p:grpSpPr>
          <a:xfrm>
            <a:off x="5451733" y="1974731"/>
            <a:ext cx="1802710" cy="915602"/>
            <a:chOff x="1593754" y="2746010"/>
            <a:chExt cx="1802710" cy="915602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E6D56F2-7614-372E-E1EE-16EA2217D525}"/>
                </a:ext>
              </a:extLst>
            </p:cNvPr>
            <p:cNvGrpSpPr/>
            <p:nvPr/>
          </p:nvGrpSpPr>
          <p:grpSpPr>
            <a:xfrm>
              <a:off x="2174103" y="2746010"/>
              <a:ext cx="642012" cy="529086"/>
              <a:chOff x="2840685" y="1992626"/>
              <a:chExt cx="642012" cy="529086"/>
            </a:xfrm>
          </p:grpSpPr>
          <p:pic>
            <p:nvPicPr>
              <p:cNvPr id="59" name="Google Shape;1049;p94">
                <a:extLst>
                  <a:ext uri="{FF2B5EF4-FFF2-40B4-BE49-F238E27FC236}">
                    <a16:creationId xmlns:a16="http://schemas.microsoft.com/office/drawing/2014/main" id="{27AB0DAC-B825-55A5-DA3C-5B86C8DDAF57}"/>
                  </a:ext>
                </a:extLst>
              </p:cNvPr>
              <p:cNvPicPr preferRelativeResize="0"/>
              <p:nvPr/>
            </p:nvPicPr>
            <p:blipFill rotWithShape="1">
              <a:blip r:embed="rId6"/>
              <a:srcRect l="1786" r="1786"/>
              <a:stretch/>
            </p:blipFill>
            <p:spPr>
              <a:xfrm>
                <a:off x="2840685" y="1992626"/>
                <a:ext cx="520248" cy="520248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60" name="Google Shape;1051;p94">
                <a:extLst>
                  <a:ext uri="{FF2B5EF4-FFF2-40B4-BE49-F238E27FC236}">
                    <a16:creationId xmlns:a16="http://schemas.microsoft.com/office/drawing/2014/main" id="{53BECBFE-320C-C981-1508-5086F7E74705}"/>
                  </a:ext>
                </a:extLst>
              </p:cNvPr>
              <p:cNvSpPr/>
              <p:nvPr/>
            </p:nvSpPr>
            <p:spPr>
              <a:xfrm>
                <a:off x="2966363" y="2005496"/>
                <a:ext cx="516334" cy="516216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" name="Google Shape;1042;p94">
              <a:extLst>
                <a:ext uri="{FF2B5EF4-FFF2-40B4-BE49-F238E27FC236}">
                  <a16:creationId xmlns:a16="http://schemas.microsoft.com/office/drawing/2014/main" id="{9C3012E6-357F-9DEC-6E86-E2A07CD92C4D}"/>
                </a:ext>
              </a:extLst>
            </p:cNvPr>
            <p:cNvSpPr txBox="1">
              <a:spLocks/>
            </p:cNvSpPr>
            <p:nvPr/>
          </p:nvSpPr>
          <p:spPr>
            <a:xfrm>
              <a:off x="1593754" y="3237112"/>
              <a:ext cx="1802710" cy="42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ato"/>
                <a:buNone/>
                <a:defRPr sz="18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9pPr>
            </a:lstStyle>
            <a:p>
              <a:pPr marL="0" indent="0" algn="ctr">
                <a:buSzPts val="1100"/>
                <a:buFont typeface="Arial"/>
                <a:buNone/>
              </a:pPr>
              <a:r>
                <a:rPr lang="en-US" sz="1400" dirty="0"/>
                <a:t>Data Retrieval</a:t>
              </a:r>
            </a:p>
            <a:p>
              <a:pPr marL="0" indent="0" algn="ctr">
                <a:spcBef>
                  <a:spcPts val="1600"/>
                </a:spcBef>
                <a:spcAft>
                  <a:spcPts val="1600"/>
                </a:spcAft>
              </a:pPr>
              <a:endParaRPr lang="en-US" sz="160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EA0238B-5B80-1A22-B6DA-4EA2B7B1AAB7}"/>
              </a:ext>
            </a:extLst>
          </p:cNvPr>
          <p:cNvGrpSpPr/>
          <p:nvPr/>
        </p:nvGrpSpPr>
        <p:grpSpPr>
          <a:xfrm>
            <a:off x="7036452" y="1974731"/>
            <a:ext cx="1802710" cy="915602"/>
            <a:chOff x="1593754" y="2746010"/>
            <a:chExt cx="1802710" cy="915602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9F7631F4-6BEA-AB51-E644-6C7300DD3591}"/>
                </a:ext>
              </a:extLst>
            </p:cNvPr>
            <p:cNvGrpSpPr/>
            <p:nvPr/>
          </p:nvGrpSpPr>
          <p:grpSpPr>
            <a:xfrm>
              <a:off x="2174103" y="2746010"/>
              <a:ext cx="642012" cy="529086"/>
              <a:chOff x="2840685" y="1992626"/>
              <a:chExt cx="642012" cy="529086"/>
            </a:xfrm>
          </p:grpSpPr>
          <p:pic>
            <p:nvPicPr>
              <p:cNvPr id="1025" name="Google Shape;1049;p94">
                <a:extLst>
                  <a:ext uri="{FF2B5EF4-FFF2-40B4-BE49-F238E27FC236}">
                    <a16:creationId xmlns:a16="http://schemas.microsoft.com/office/drawing/2014/main" id="{D5CC5B06-7807-BC95-3973-F3E743A883C5}"/>
                  </a:ext>
                </a:extLst>
              </p:cNvPr>
              <p:cNvPicPr preferRelativeResize="0"/>
              <p:nvPr/>
            </p:nvPicPr>
            <p:blipFill rotWithShape="1">
              <a:blip r:embed="rId7"/>
              <a:srcRect l="182" r="182"/>
              <a:stretch/>
            </p:blipFill>
            <p:spPr>
              <a:xfrm>
                <a:off x="2840685" y="1992626"/>
                <a:ext cx="520248" cy="520248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1026" name="Google Shape;1051;p94">
                <a:extLst>
                  <a:ext uri="{FF2B5EF4-FFF2-40B4-BE49-F238E27FC236}">
                    <a16:creationId xmlns:a16="http://schemas.microsoft.com/office/drawing/2014/main" id="{FD245DBA-2BFF-F5FF-44FA-83897E65C9D2}"/>
                  </a:ext>
                </a:extLst>
              </p:cNvPr>
              <p:cNvSpPr/>
              <p:nvPr/>
            </p:nvSpPr>
            <p:spPr>
              <a:xfrm>
                <a:off x="2966363" y="2005496"/>
                <a:ext cx="516334" cy="516216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24" name="Google Shape;1042;p94">
              <a:extLst>
                <a:ext uri="{FF2B5EF4-FFF2-40B4-BE49-F238E27FC236}">
                  <a16:creationId xmlns:a16="http://schemas.microsoft.com/office/drawing/2014/main" id="{9A4D7E55-86D0-A8AA-AE75-322DE0B2CF94}"/>
                </a:ext>
              </a:extLst>
            </p:cNvPr>
            <p:cNvSpPr txBox="1">
              <a:spLocks/>
            </p:cNvSpPr>
            <p:nvPr/>
          </p:nvSpPr>
          <p:spPr>
            <a:xfrm>
              <a:off x="1593754" y="3237112"/>
              <a:ext cx="1802710" cy="42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ato"/>
                <a:buNone/>
                <a:defRPr sz="18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9pPr>
            </a:lstStyle>
            <a:p>
              <a:pPr marL="0" indent="0" algn="ctr">
                <a:buSzPts val="1100"/>
                <a:buFont typeface="Arial"/>
                <a:buNone/>
              </a:pPr>
              <a:r>
                <a:rPr lang="en-US" sz="1400" dirty="0" err="1"/>
                <a:t>Menampilkan</a:t>
              </a:r>
              <a:r>
                <a:rPr lang="en-US" sz="1400" dirty="0"/>
                <a:t> </a:t>
              </a:r>
              <a:r>
                <a:rPr lang="en-US" sz="1400" dirty="0" err="1"/>
                <a:t>hasil</a:t>
              </a:r>
              <a:endParaRPr lang="en-US" sz="1400" dirty="0"/>
            </a:p>
            <a:p>
              <a:pPr marL="0" indent="0" algn="ctr">
                <a:spcBef>
                  <a:spcPts val="1600"/>
                </a:spcBef>
                <a:spcAft>
                  <a:spcPts val="1600"/>
                </a:spcAft>
              </a:pPr>
              <a:endParaRPr lang="en-US" sz="1600" dirty="0"/>
            </a:p>
          </p:txBody>
        </p: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39204F07-E6AD-2E18-B93A-D506B05D0972}"/>
              </a:ext>
            </a:extLst>
          </p:cNvPr>
          <p:cNvGrpSpPr/>
          <p:nvPr/>
        </p:nvGrpSpPr>
        <p:grpSpPr>
          <a:xfrm>
            <a:off x="81219" y="2483617"/>
            <a:ext cx="1802710" cy="915602"/>
            <a:chOff x="1593754" y="2746010"/>
            <a:chExt cx="1802710" cy="915602"/>
          </a:xfrm>
        </p:grpSpPr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78DC409A-8F63-251E-ABC0-3D7A3DFCCC8B}"/>
                </a:ext>
              </a:extLst>
            </p:cNvPr>
            <p:cNvGrpSpPr/>
            <p:nvPr/>
          </p:nvGrpSpPr>
          <p:grpSpPr>
            <a:xfrm>
              <a:off x="2174103" y="2746010"/>
              <a:ext cx="642012" cy="529086"/>
              <a:chOff x="2840685" y="1992626"/>
              <a:chExt cx="642012" cy="529086"/>
            </a:xfrm>
          </p:grpSpPr>
          <p:pic>
            <p:nvPicPr>
              <p:cNvPr id="1033" name="Google Shape;1049;p94">
                <a:extLst>
                  <a:ext uri="{FF2B5EF4-FFF2-40B4-BE49-F238E27FC236}">
                    <a16:creationId xmlns:a16="http://schemas.microsoft.com/office/drawing/2014/main" id="{D7833CFA-CDF6-142C-C075-A495E37ADECB}"/>
                  </a:ext>
                </a:extLst>
              </p:cNvPr>
              <p:cNvPicPr preferRelativeResize="0"/>
              <p:nvPr/>
            </p:nvPicPr>
            <p:blipFill rotWithShape="1">
              <a:blip r:embed="rId8"/>
              <a:srcRect t="205" b="205"/>
              <a:stretch/>
            </p:blipFill>
            <p:spPr>
              <a:xfrm>
                <a:off x="2840685" y="1992626"/>
                <a:ext cx="520248" cy="520248"/>
              </a:xfrm>
              <a:prstGeom prst="ellipse">
                <a:avLst/>
              </a:prstGeom>
            </p:spPr>
          </p:pic>
          <p:sp>
            <p:nvSpPr>
              <p:cNvPr id="1034" name="Google Shape;1051;p94">
                <a:extLst>
                  <a:ext uri="{FF2B5EF4-FFF2-40B4-BE49-F238E27FC236}">
                    <a16:creationId xmlns:a16="http://schemas.microsoft.com/office/drawing/2014/main" id="{A544AA4B-A2A8-21FE-49A3-B6AD49543988}"/>
                  </a:ext>
                </a:extLst>
              </p:cNvPr>
              <p:cNvSpPr/>
              <p:nvPr/>
            </p:nvSpPr>
            <p:spPr>
              <a:xfrm>
                <a:off x="2966363" y="2005496"/>
                <a:ext cx="516334" cy="516216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32" name="Google Shape;1042;p94">
              <a:extLst>
                <a:ext uri="{FF2B5EF4-FFF2-40B4-BE49-F238E27FC236}">
                  <a16:creationId xmlns:a16="http://schemas.microsoft.com/office/drawing/2014/main" id="{E3A0A4DC-C465-3C86-6940-44F49834EAD3}"/>
                </a:ext>
              </a:extLst>
            </p:cNvPr>
            <p:cNvSpPr txBox="1">
              <a:spLocks/>
            </p:cNvSpPr>
            <p:nvPr/>
          </p:nvSpPr>
          <p:spPr>
            <a:xfrm>
              <a:off x="1593754" y="3237112"/>
              <a:ext cx="1802710" cy="42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ato"/>
                <a:buNone/>
                <a:defRPr sz="18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2"/>
                </a:buClr>
                <a:buSzPts val="1400"/>
                <a:buFont typeface="Lato"/>
                <a:buNone/>
                <a:defRPr sz="1400" b="0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defRPr>
              </a:lvl9pPr>
            </a:lstStyle>
            <a:p>
              <a:pPr marL="0" indent="0" algn="ctr">
                <a:buSzPts val="1100"/>
                <a:buFont typeface="Arial"/>
                <a:buNone/>
              </a:pPr>
              <a:r>
                <a:rPr lang="en-US" sz="1400" dirty="0"/>
                <a:t>Input </a:t>
              </a:r>
              <a:r>
                <a:rPr lang="en-US" sz="1400" dirty="0" err="1"/>
                <a:t>Pengguna</a:t>
              </a:r>
              <a:endParaRPr lang="en-US" sz="1400" dirty="0"/>
            </a:p>
            <a:p>
              <a:pPr marL="0" indent="0" algn="ctr">
                <a:spcBef>
                  <a:spcPts val="1600"/>
                </a:spcBef>
                <a:spcAft>
                  <a:spcPts val="1600"/>
                </a:spcAft>
              </a:pPr>
              <a:endParaRPr lang="en-US" sz="1600" dirty="0"/>
            </a:p>
          </p:txBody>
        </p:sp>
      </p:grpSp>
      <p:cxnSp>
        <p:nvCxnSpPr>
          <p:cNvPr id="1054" name="Google Shape;1048;p94">
            <a:extLst>
              <a:ext uri="{FF2B5EF4-FFF2-40B4-BE49-F238E27FC236}">
                <a16:creationId xmlns:a16="http://schemas.microsoft.com/office/drawing/2014/main" id="{F3B95D8A-D407-5D26-BCDB-A7A42CA5D5F7}"/>
              </a:ext>
            </a:extLst>
          </p:cNvPr>
          <p:cNvCxnSpPr>
            <a:cxnSpLocks/>
          </p:cNvCxnSpPr>
          <p:nvPr/>
        </p:nvCxnSpPr>
        <p:spPr>
          <a:xfrm>
            <a:off x="5573866" y="2222830"/>
            <a:ext cx="226744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6" name="Google Shape;1039;p94">
            <a:extLst>
              <a:ext uri="{FF2B5EF4-FFF2-40B4-BE49-F238E27FC236}">
                <a16:creationId xmlns:a16="http://schemas.microsoft.com/office/drawing/2014/main" id="{A3DAD45D-A6F2-5418-6B17-86E2252D7CE6}"/>
              </a:ext>
            </a:extLst>
          </p:cNvPr>
          <p:cNvSpPr txBox="1">
            <a:spLocks/>
          </p:cNvSpPr>
          <p:nvPr/>
        </p:nvSpPr>
        <p:spPr>
          <a:xfrm>
            <a:off x="5659005" y="2880750"/>
            <a:ext cx="1427396" cy="1432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>
              <a:spcAft>
                <a:spcPts val="600"/>
              </a:spcAft>
              <a:buSzPts val="1100"/>
              <a:buFont typeface="Arial"/>
              <a:buNone/>
            </a:pPr>
            <a:r>
              <a:rPr lang="en-ID" dirty="0"/>
              <a:t>Filter input </a:t>
            </a:r>
            <a:r>
              <a:rPr lang="en-ID" dirty="0" err="1"/>
              <a:t>lokasi</a:t>
            </a:r>
            <a:r>
              <a:rPr lang="en-ID" dirty="0"/>
              <a:t>, </a:t>
            </a:r>
            <a:r>
              <a:rPr lang="en-ID" dirty="0" err="1"/>
              <a:t>numerik</a:t>
            </a:r>
            <a:r>
              <a:rPr lang="en-ID" dirty="0"/>
              <a:t>, &amp; minimum hybrid search relevancy score</a:t>
            </a:r>
          </a:p>
        </p:txBody>
      </p:sp>
      <p:sp>
        <p:nvSpPr>
          <p:cNvPr id="1057" name="Google Shape;1039;p94">
            <a:extLst>
              <a:ext uri="{FF2B5EF4-FFF2-40B4-BE49-F238E27FC236}">
                <a16:creationId xmlns:a16="http://schemas.microsoft.com/office/drawing/2014/main" id="{29923AE3-86D8-CD8D-D43D-514085799847}"/>
              </a:ext>
            </a:extLst>
          </p:cNvPr>
          <p:cNvSpPr txBox="1">
            <a:spLocks/>
          </p:cNvSpPr>
          <p:nvPr/>
        </p:nvSpPr>
        <p:spPr>
          <a:xfrm>
            <a:off x="7228984" y="2801239"/>
            <a:ext cx="1427396" cy="1432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>
              <a:spcAft>
                <a:spcPts val="600"/>
              </a:spcAft>
              <a:buSzPts val="1100"/>
              <a:buFont typeface="Arial"/>
              <a:buNone/>
            </a:pPr>
            <a:r>
              <a:rPr lang="en-US" dirty="0" err="1"/>
              <a:t>Diurutkan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relevancy score, </a:t>
            </a:r>
            <a:r>
              <a:rPr lang="en-US" dirty="0" err="1"/>
              <a:t>harga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update </a:t>
            </a:r>
            <a:r>
              <a:rPr lang="en-US" dirty="0" err="1"/>
              <a:t>terbaru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44408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4">
          <a:extLst>
            <a:ext uri="{FF2B5EF4-FFF2-40B4-BE49-F238E27FC236}">
              <a16:creationId xmlns:a16="http://schemas.microsoft.com/office/drawing/2014/main" id="{2FBB6206-9ACA-F97F-621E-D3B02488C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124">
            <a:extLst>
              <a:ext uri="{FF2B5EF4-FFF2-40B4-BE49-F238E27FC236}">
                <a16:creationId xmlns:a16="http://schemas.microsoft.com/office/drawing/2014/main" id="{377183F1-4135-160A-D405-BD4F356118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8640"/>
            <a:ext cx="2971500" cy="11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DEPLOYMENT</a:t>
            </a:r>
            <a:br>
              <a:rPr lang="en" dirty="0"/>
            </a:br>
            <a:r>
              <a:rPr lang="en" dirty="0"/>
              <a:t>DEMO</a:t>
            </a:r>
            <a:endParaRPr dirty="0"/>
          </a:p>
        </p:txBody>
      </p:sp>
      <p:sp>
        <p:nvSpPr>
          <p:cNvPr id="1646" name="Google Shape;1646;p124">
            <a:extLst>
              <a:ext uri="{FF2B5EF4-FFF2-40B4-BE49-F238E27FC236}">
                <a16:creationId xmlns:a16="http://schemas.microsoft.com/office/drawing/2014/main" id="{A17C02EE-0736-7F27-0511-5EBA4EAB355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43853" y="1598212"/>
            <a:ext cx="2730867" cy="19878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Mock up </a:t>
            </a:r>
            <a:r>
              <a:rPr lang="en-US" dirty="0" err="1"/>
              <a:t>aplikasi</a:t>
            </a:r>
            <a:r>
              <a:rPr lang="en-US" dirty="0"/>
              <a:t> dan uji coba hybrid search.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1648" name="Google Shape;1648;p124">
            <a:extLst>
              <a:ext uri="{FF2B5EF4-FFF2-40B4-BE49-F238E27FC236}">
                <a16:creationId xmlns:a16="http://schemas.microsoft.com/office/drawing/2014/main" id="{59F6AE6C-B666-9D29-96A6-98417B6E5222}"/>
              </a:ext>
            </a:extLst>
          </p:cNvPr>
          <p:cNvGrpSpPr/>
          <p:nvPr/>
        </p:nvGrpSpPr>
        <p:grpSpPr>
          <a:xfrm>
            <a:off x="3312997" y="728777"/>
            <a:ext cx="4227675" cy="2407625"/>
            <a:chOff x="238125" y="822050"/>
            <a:chExt cx="7137725" cy="4064875"/>
          </a:xfrm>
        </p:grpSpPr>
        <p:sp>
          <p:nvSpPr>
            <p:cNvPr id="1649" name="Google Shape;1649;p124">
              <a:extLst>
                <a:ext uri="{FF2B5EF4-FFF2-40B4-BE49-F238E27FC236}">
                  <a16:creationId xmlns:a16="http://schemas.microsoft.com/office/drawing/2014/main" id="{04B3B73E-E12E-EF85-5DC2-4FA18106A143}"/>
                </a:ext>
              </a:extLst>
            </p:cNvPr>
            <p:cNvSpPr/>
            <p:nvPr/>
          </p:nvSpPr>
          <p:spPr>
            <a:xfrm>
              <a:off x="918625" y="822050"/>
              <a:ext cx="5708650" cy="3780575"/>
            </a:xfrm>
            <a:custGeom>
              <a:avLst/>
              <a:gdLst/>
              <a:ahLst/>
              <a:cxnLst/>
              <a:rect l="l" t="t" r="r" b="b"/>
              <a:pathLst>
                <a:path w="228346" h="151223" extrusionOk="0">
                  <a:moveTo>
                    <a:pt x="6049" y="0"/>
                  </a:moveTo>
                  <a:cubicBezTo>
                    <a:pt x="3024" y="0"/>
                    <a:pt x="0" y="1754"/>
                    <a:pt x="0" y="4779"/>
                  </a:cubicBezTo>
                  <a:lnTo>
                    <a:pt x="0" y="151222"/>
                  </a:lnTo>
                  <a:lnTo>
                    <a:pt x="228346" y="151222"/>
                  </a:lnTo>
                  <a:lnTo>
                    <a:pt x="228346" y="4779"/>
                  </a:lnTo>
                  <a:cubicBezTo>
                    <a:pt x="228346" y="1754"/>
                    <a:pt x="226834" y="0"/>
                    <a:pt x="223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124">
              <a:extLst>
                <a:ext uri="{FF2B5EF4-FFF2-40B4-BE49-F238E27FC236}">
                  <a16:creationId xmlns:a16="http://schemas.microsoft.com/office/drawing/2014/main" id="{24FCB6A3-DEB5-3E71-EC19-921D51F89768}"/>
                </a:ext>
              </a:extLst>
            </p:cNvPr>
            <p:cNvSpPr/>
            <p:nvPr/>
          </p:nvSpPr>
          <p:spPr>
            <a:xfrm>
              <a:off x="1145450" y="1086675"/>
              <a:ext cx="5292800" cy="3233150"/>
            </a:xfrm>
            <a:custGeom>
              <a:avLst/>
              <a:gdLst/>
              <a:ahLst/>
              <a:cxnLst/>
              <a:rect l="l" t="t" r="r" b="b"/>
              <a:pathLst>
                <a:path w="211712" h="129326" extrusionOk="0">
                  <a:moveTo>
                    <a:pt x="0" y="1"/>
                  </a:moveTo>
                  <a:lnTo>
                    <a:pt x="0" y="129326"/>
                  </a:lnTo>
                  <a:lnTo>
                    <a:pt x="211712" y="129326"/>
                  </a:lnTo>
                  <a:lnTo>
                    <a:pt x="211712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124">
              <a:extLst>
                <a:ext uri="{FF2B5EF4-FFF2-40B4-BE49-F238E27FC236}">
                  <a16:creationId xmlns:a16="http://schemas.microsoft.com/office/drawing/2014/main" id="{95C4D95F-C56F-58A8-3891-3859AD758F39}"/>
                </a:ext>
              </a:extLst>
            </p:cNvPr>
            <p:cNvSpPr/>
            <p:nvPr/>
          </p:nvSpPr>
          <p:spPr>
            <a:xfrm>
              <a:off x="238125" y="4546650"/>
              <a:ext cx="7137725" cy="340275"/>
            </a:xfrm>
            <a:custGeom>
              <a:avLst/>
              <a:gdLst/>
              <a:ahLst/>
              <a:cxnLst/>
              <a:rect l="l" t="t" r="r" b="b"/>
              <a:pathLst>
                <a:path w="285509" h="13611" extrusionOk="0">
                  <a:moveTo>
                    <a:pt x="2964" y="0"/>
                  </a:moveTo>
                  <a:cubicBezTo>
                    <a:pt x="1452" y="0"/>
                    <a:pt x="0" y="363"/>
                    <a:pt x="0" y="1875"/>
                  </a:cubicBezTo>
                  <a:lnTo>
                    <a:pt x="0" y="8287"/>
                  </a:lnTo>
                  <a:lnTo>
                    <a:pt x="181" y="8287"/>
                  </a:lnTo>
                  <a:cubicBezTo>
                    <a:pt x="181" y="8287"/>
                    <a:pt x="7077" y="13610"/>
                    <a:pt x="11251" y="13610"/>
                  </a:cubicBezTo>
                  <a:lnTo>
                    <a:pt x="274499" y="13610"/>
                  </a:lnTo>
                  <a:cubicBezTo>
                    <a:pt x="278612" y="13610"/>
                    <a:pt x="285508" y="8287"/>
                    <a:pt x="285508" y="8287"/>
                  </a:cubicBezTo>
                  <a:lnTo>
                    <a:pt x="285085" y="8287"/>
                  </a:lnTo>
                  <a:lnTo>
                    <a:pt x="285085" y="1875"/>
                  </a:lnTo>
                  <a:cubicBezTo>
                    <a:pt x="285085" y="363"/>
                    <a:pt x="284298" y="0"/>
                    <a:pt x="2827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124">
              <a:extLst>
                <a:ext uri="{FF2B5EF4-FFF2-40B4-BE49-F238E27FC236}">
                  <a16:creationId xmlns:a16="http://schemas.microsoft.com/office/drawing/2014/main" id="{2BE1AA5D-9088-72A4-2467-13562B9E659A}"/>
                </a:ext>
              </a:extLst>
            </p:cNvPr>
            <p:cNvSpPr/>
            <p:nvPr/>
          </p:nvSpPr>
          <p:spPr>
            <a:xfrm>
              <a:off x="3085625" y="4546650"/>
              <a:ext cx="1447225" cy="113425"/>
            </a:xfrm>
            <a:custGeom>
              <a:avLst/>
              <a:gdLst/>
              <a:ahLst/>
              <a:cxnLst/>
              <a:rect l="l" t="t" r="r" b="b"/>
              <a:pathLst>
                <a:path w="57889" h="4537" extrusionOk="0">
                  <a:moveTo>
                    <a:pt x="1" y="0"/>
                  </a:moveTo>
                  <a:cubicBezTo>
                    <a:pt x="1" y="0"/>
                    <a:pt x="1" y="4537"/>
                    <a:pt x="4114" y="4537"/>
                  </a:cubicBezTo>
                  <a:lnTo>
                    <a:pt x="53775" y="4537"/>
                  </a:lnTo>
                  <a:cubicBezTo>
                    <a:pt x="57889" y="4537"/>
                    <a:pt x="57889" y="0"/>
                    <a:pt x="57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53" name="Google Shape;1653;p124">
            <a:extLst>
              <a:ext uri="{FF2B5EF4-FFF2-40B4-BE49-F238E27FC236}">
                <a16:creationId xmlns:a16="http://schemas.microsoft.com/office/drawing/2014/main" id="{17E50B0E-D79A-DFB2-7574-E6CAC5816E73}"/>
              </a:ext>
            </a:extLst>
          </p:cNvPr>
          <p:cNvPicPr preferRelativeResize="0"/>
          <p:nvPr/>
        </p:nvPicPr>
        <p:blipFill>
          <a:blip r:embed="rId3"/>
          <a:srcRect l="3831" r="3831"/>
          <a:stretch/>
        </p:blipFill>
        <p:spPr>
          <a:xfrm>
            <a:off x="3807981" y="867119"/>
            <a:ext cx="3198478" cy="19484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648;p124">
            <a:extLst>
              <a:ext uri="{FF2B5EF4-FFF2-40B4-BE49-F238E27FC236}">
                <a16:creationId xmlns:a16="http://schemas.microsoft.com/office/drawing/2014/main" id="{C6B60F6D-A956-0FAE-86D6-ED0272D2F895}"/>
              </a:ext>
            </a:extLst>
          </p:cNvPr>
          <p:cNvGrpSpPr/>
          <p:nvPr/>
        </p:nvGrpSpPr>
        <p:grpSpPr>
          <a:xfrm>
            <a:off x="4451359" y="2050019"/>
            <a:ext cx="4227675" cy="2407625"/>
            <a:chOff x="238125" y="822050"/>
            <a:chExt cx="7137725" cy="4064875"/>
          </a:xfrm>
        </p:grpSpPr>
        <p:sp>
          <p:nvSpPr>
            <p:cNvPr id="3" name="Google Shape;1649;p124">
              <a:extLst>
                <a:ext uri="{FF2B5EF4-FFF2-40B4-BE49-F238E27FC236}">
                  <a16:creationId xmlns:a16="http://schemas.microsoft.com/office/drawing/2014/main" id="{89E1934D-2FB7-B085-7F87-9CE2711F049B}"/>
                </a:ext>
              </a:extLst>
            </p:cNvPr>
            <p:cNvSpPr/>
            <p:nvPr/>
          </p:nvSpPr>
          <p:spPr>
            <a:xfrm>
              <a:off x="918625" y="822050"/>
              <a:ext cx="5708650" cy="3780575"/>
            </a:xfrm>
            <a:custGeom>
              <a:avLst/>
              <a:gdLst/>
              <a:ahLst/>
              <a:cxnLst/>
              <a:rect l="l" t="t" r="r" b="b"/>
              <a:pathLst>
                <a:path w="228346" h="151223" extrusionOk="0">
                  <a:moveTo>
                    <a:pt x="6049" y="0"/>
                  </a:moveTo>
                  <a:cubicBezTo>
                    <a:pt x="3024" y="0"/>
                    <a:pt x="0" y="1754"/>
                    <a:pt x="0" y="4779"/>
                  </a:cubicBezTo>
                  <a:lnTo>
                    <a:pt x="0" y="151222"/>
                  </a:lnTo>
                  <a:lnTo>
                    <a:pt x="228346" y="151222"/>
                  </a:lnTo>
                  <a:lnTo>
                    <a:pt x="228346" y="4779"/>
                  </a:lnTo>
                  <a:cubicBezTo>
                    <a:pt x="228346" y="1754"/>
                    <a:pt x="226834" y="0"/>
                    <a:pt x="223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650;p124">
              <a:extLst>
                <a:ext uri="{FF2B5EF4-FFF2-40B4-BE49-F238E27FC236}">
                  <a16:creationId xmlns:a16="http://schemas.microsoft.com/office/drawing/2014/main" id="{5FE5E125-113F-7C17-7F93-1929299F90DF}"/>
                </a:ext>
              </a:extLst>
            </p:cNvPr>
            <p:cNvSpPr/>
            <p:nvPr/>
          </p:nvSpPr>
          <p:spPr>
            <a:xfrm>
              <a:off x="1145450" y="1086675"/>
              <a:ext cx="5292800" cy="3233150"/>
            </a:xfrm>
            <a:custGeom>
              <a:avLst/>
              <a:gdLst/>
              <a:ahLst/>
              <a:cxnLst/>
              <a:rect l="l" t="t" r="r" b="b"/>
              <a:pathLst>
                <a:path w="211712" h="129326" extrusionOk="0">
                  <a:moveTo>
                    <a:pt x="0" y="1"/>
                  </a:moveTo>
                  <a:lnTo>
                    <a:pt x="0" y="129326"/>
                  </a:lnTo>
                  <a:lnTo>
                    <a:pt x="211712" y="129326"/>
                  </a:lnTo>
                  <a:lnTo>
                    <a:pt x="211712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651;p124">
              <a:extLst>
                <a:ext uri="{FF2B5EF4-FFF2-40B4-BE49-F238E27FC236}">
                  <a16:creationId xmlns:a16="http://schemas.microsoft.com/office/drawing/2014/main" id="{5BCC64B5-5667-F312-D1B4-E2A1B2B04A88}"/>
                </a:ext>
              </a:extLst>
            </p:cNvPr>
            <p:cNvSpPr/>
            <p:nvPr/>
          </p:nvSpPr>
          <p:spPr>
            <a:xfrm>
              <a:off x="238125" y="4546650"/>
              <a:ext cx="7137725" cy="340275"/>
            </a:xfrm>
            <a:custGeom>
              <a:avLst/>
              <a:gdLst/>
              <a:ahLst/>
              <a:cxnLst/>
              <a:rect l="l" t="t" r="r" b="b"/>
              <a:pathLst>
                <a:path w="285509" h="13611" extrusionOk="0">
                  <a:moveTo>
                    <a:pt x="2964" y="0"/>
                  </a:moveTo>
                  <a:cubicBezTo>
                    <a:pt x="1452" y="0"/>
                    <a:pt x="0" y="363"/>
                    <a:pt x="0" y="1875"/>
                  </a:cubicBezTo>
                  <a:lnTo>
                    <a:pt x="0" y="8287"/>
                  </a:lnTo>
                  <a:lnTo>
                    <a:pt x="181" y="8287"/>
                  </a:lnTo>
                  <a:cubicBezTo>
                    <a:pt x="181" y="8287"/>
                    <a:pt x="7077" y="13610"/>
                    <a:pt x="11251" y="13610"/>
                  </a:cubicBezTo>
                  <a:lnTo>
                    <a:pt x="274499" y="13610"/>
                  </a:lnTo>
                  <a:cubicBezTo>
                    <a:pt x="278612" y="13610"/>
                    <a:pt x="285508" y="8287"/>
                    <a:pt x="285508" y="8287"/>
                  </a:cubicBezTo>
                  <a:lnTo>
                    <a:pt x="285085" y="8287"/>
                  </a:lnTo>
                  <a:lnTo>
                    <a:pt x="285085" y="1875"/>
                  </a:lnTo>
                  <a:cubicBezTo>
                    <a:pt x="285085" y="363"/>
                    <a:pt x="284298" y="0"/>
                    <a:pt x="2827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52;p124">
              <a:extLst>
                <a:ext uri="{FF2B5EF4-FFF2-40B4-BE49-F238E27FC236}">
                  <a16:creationId xmlns:a16="http://schemas.microsoft.com/office/drawing/2014/main" id="{86585A81-8AE5-8502-8942-14852F9C9A7B}"/>
                </a:ext>
              </a:extLst>
            </p:cNvPr>
            <p:cNvSpPr/>
            <p:nvPr/>
          </p:nvSpPr>
          <p:spPr>
            <a:xfrm>
              <a:off x="3085625" y="4546650"/>
              <a:ext cx="1447225" cy="113425"/>
            </a:xfrm>
            <a:custGeom>
              <a:avLst/>
              <a:gdLst/>
              <a:ahLst/>
              <a:cxnLst/>
              <a:rect l="l" t="t" r="r" b="b"/>
              <a:pathLst>
                <a:path w="57889" h="4537" extrusionOk="0">
                  <a:moveTo>
                    <a:pt x="1" y="0"/>
                  </a:moveTo>
                  <a:cubicBezTo>
                    <a:pt x="1" y="0"/>
                    <a:pt x="1" y="4537"/>
                    <a:pt x="4114" y="4537"/>
                  </a:cubicBezTo>
                  <a:lnTo>
                    <a:pt x="53775" y="4537"/>
                  </a:lnTo>
                  <a:cubicBezTo>
                    <a:pt x="57889" y="4537"/>
                    <a:pt x="57889" y="0"/>
                    <a:pt x="57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Google Shape;1653;p124">
            <a:extLst>
              <a:ext uri="{FF2B5EF4-FFF2-40B4-BE49-F238E27FC236}">
                <a16:creationId xmlns:a16="http://schemas.microsoft.com/office/drawing/2014/main" id="{C3C55671-4016-C99B-EE92-9A7FEFCB0B1B}"/>
              </a:ext>
            </a:extLst>
          </p:cNvPr>
          <p:cNvPicPr preferRelativeResize="0"/>
          <p:nvPr/>
        </p:nvPicPr>
        <p:blipFill>
          <a:blip r:embed="rId4"/>
          <a:srcRect l="3831" r="3831"/>
          <a:stretch/>
        </p:blipFill>
        <p:spPr>
          <a:xfrm>
            <a:off x="4946343" y="2188361"/>
            <a:ext cx="3198478" cy="194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4A6995-A2B9-CAC5-6E19-08C49F567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213" y="2386216"/>
            <a:ext cx="2226146" cy="130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02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EA3FDA2C-77EF-FE76-68E8-578B95908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97">
            <a:extLst>
              <a:ext uri="{FF2B5EF4-FFF2-40B4-BE49-F238E27FC236}">
                <a16:creationId xmlns:a16="http://schemas.microsoft.com/office/drawing/2014/main" id="{9FB3BDCD-F2D9-C374-4E50-C7B44EC141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8674" y="548650"/>
            <a:ext cx="7139952" cy="7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FUTURE IMPROVEMENT IDEAS</a:t>
            </a:r>
            <a:endParaRPr dirty="0"/>
          </a:p>
        </p:txBody>
      </p:sp>
      <p:sp>
        <p:nvSpPr>
          <p:cNvPr id="1096" name="Google Shape;1096;p97">
            <a:extLst>
              <a:ext uri="{FF2B5EF4-FFF2-40B4-BE49-F238E27FC236}">
                <a16:creationId xmlns:a16="http://schemas.microsoft.com/office/drawing/2014/main" id="{BFD5DE0D-FCA2-721B-3CF0-4533B316D444}"/>
              </a:ext>
            </a:extLst>
          </p:cNvPr>
          <p:cNvSpPr txBox="1"/>
          <p:nvPr/>
        </p:nvSpPr>
        <p:spPr>
          <a:xfrm>
            <a:off x="4082769" y="2386196"/>
            <a:ext cx="4480785" cy="5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Tambahkan </a:t>
            </a:r>
            <a:r>
              <a:rPr lang="en-ID" dirty="0" err="1"/>
              <a:t>fitur</a:t>
            </a:r>
            <a:r>
              <a:rPr lang="en-ID" dirty="0"/>
              <a:t> auto-complete, saran kata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mengetik</a:t>
            </a:r>
            <a:r>
              <a:rPr lang="en-ID" dirty="0"/>
              <a:t>, &amp; </a:t>
            </a:r>
            <a:r>
              <a:rPr lang="en-ID" dirty="0" err="1"/>
              <a:t>koreksi</a:t>
            </a:r>
            <a:r>
              <a:rPr lang="en-ID" dirty="0"/>
              <a:t> typo </a:t>
            </a:r>
            <a:r>
              <a:rPr lang="en-ID" dirty="0" err="1"/>
              <a:t>otomatis</a:t>
            </a:r>
            <a:r>
              <a:rPr lang="en-ID" dirty="0"/>
              <a:t> g</a:t>
            </a: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unakan teknik LLM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7" name="Google Shape;1097;p97">
            <a:extLst>
              <a:ext uri="{FF2B5EF4-FFF2-40B4-BE49-F238E27FC236}">
                <a16:creationId xmlns:a16="http://schemas.microsoft.com/office/drawing/2014/main" id="{8105D506-9396-F390-7C88-E93A5B1A0311}"/>
              </a:ext>
            </a:extLst>
          </p:cNvPr>
          <p:cNvSpPr txBox="1"/>
          <p:nvPr/>
        </p:nvSpPr>
        <p:spPr>
          <a:xfrm>
            <a:off x="4082769" y="3215911"/>
            <a:ext cx="4480785" cy="5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Desain yang lebih menarik, interaktif, responsif, &amp; memberikan pengalaman pengguna yang lebih baik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8" name="Google Shape;1098;p97">
            <a:extLst>
              <a:ext uri="{FF2B5EF4-FFF2-40B4-BE49-F238E27FC236}">
                <a16:creationId xmlns:a16="http://schemas.microsoft.com/office/drawing/2014/main" id="{A0CA92BA-08F2-0E49-F1A7-63A8E6F87013}"/>
              </a:ext>
            </a:extLst>
          </p:cNvPr>
          <p:cNvSpPr txBox="1"/>
          <p:nvPr/>
        </p:nvSpPr>
        <p:spPr>
          <a:xfrm>
            <a:off x="4082769" y="1550854"/>
            <a:ext cx="4480784" cy="5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Gunakan teknik fine tuning, reranking, dll, untuk meningkatkan performa model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9" name="Google Shape;1099;p97">
            <a:extLst>
              <a:ext uri="{FF2B5EF4-FFF2-40B4-BE49-F238E27FC236}">
                <a16:creationId xmlns:a16="http://schemas.microsoft.com/office/drawing/2014/main" id="{791E0CDC-29D9-5D39-6928-7AEBE916F57B}"/>
              </a:ext>
            </a:extLst>
          </p:cNvPr>
          <p:cNvSpPr txBox="1"/>
          <p:nvPr/>
        </p:nvSpPr>
        <p:spPr>
          <a:xfrm>
            <a:off x="4082768" y="4069460"/>
            <a:ext cx="4480785" cy="5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dirty="0" err="1"/>
              <a:t>ulasan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Airbnb juga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pencarian</a:t>
            </a:r>
            <a:endParaRPr lang="en-ID" dirty="0"/>
          </a:p>
        </p:txBody>
      </p:sp>
      <p:sp>
        <p:nvSpPr>
          <p:cNvPr id="1100" name="Google Shape;1100;p97">
            <a:extLst>
              <a:ext uri="{FF2B5EF4-FFF2-40B4-BE49-F238E27FC236}">
                <a16:creationId xmlns:a16="http://schemas.microsoft.com/office/drawing/2014/main" id="{8F80CA7A-3F0F-F12B-D634-A30EF5970797}"/>
              </a:ext>
            </a:extLst>
          </p:cNvPr>
          <p:cNvSpPr/>
          <p:nvPr/>
        </p:nvSpPr>
        <p:spPr>
          <a:xfrm>
            <a:off x="3196319" y="1402154"/>
            <a:ext cx="592200" cy="59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97">
            <a:extLst>
              <a:ext uri="{FF2B5EF4-FFF2-40B4-BE49-F238E27FC236}">
                <a16:creationId xmlns:a16="http://schemas.microsoft.com/office/drawing/2014/main" id="{9E8C93C5-2AEE-B135-1E0E-CDB523DE5AAC}"/>
              </a:ext>
            </a:extLst>
          </p:cNvPr>
          <p:cNvSpPr/>
          <p:nvPr/>
        </p:nvSpPr>
        <p:spPr>
          <a:xfrm>
            <a:off x="3196306" y="2201560"/>
            <a:ext cx="592200" cy="592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97">
            <a:extLst>
              <a:ext uri="{FF2B5EF4-FFF2-40B4-BE49-F238E27FC236}">
                <a16:creationId xmlns:a16="http://schemas.microsoft.com/office/drawing/2014/main" id="{9C9F0376-8A3B-62D6-4561-D5D87456C955}"/>
              </a:ext>
            </a:extLst>
          </p:cNvPr>
          <p:cNvSpPr/>
          <p:nvPr/>
        </p:nvSpPr>
        <p:spPr>
          <a:xfrm>
            <a:off x="3196306" y="3015921"/>
            <a:ext cx="592200" cy="59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97">
            <a:extLst>
              <a:ext uri="{FF2B5EF4-FFF2-40B4-BE49-F238E27FC236}">
                <a16:creationId xmlns:a16="http://schemas.microsoft.com/office/drawing/2014/main" id="{1C91FD11-3CA8-64B9-364D-FC0AA471EFB2}"/>
              </a:ext>
            </a:extLst>
          </p:cNvPr>
          <p:cNvSpPr/>
          <p:nvPr/>
        </p:nvSpPr>
        <p:spPr>
          <a:xfrm>
            <a:off x="3196319" y="3852819"/>
            <a:ext cx="592200" cy="592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4" name="Google Shape;1104;p97">
            <a:extLst>
              <a:ext uri="{FF2B5EF4-FFF2-40B4-BE49-F238E27FC236}">
                <a16:creationId xmlns:a16="http://schemas.microsoft.com/office/drawing/2014/main" id="{BCDFF135-5AE8-08D3-59FC-5C5D93C9F713}"/>
              </a:ext>
            </a:extLst>
          </p:cNvPr>
          <p:cNvGrpSpPr/>
          <p:nvPr/>
        </p:nvGrpSpPr>
        <p:grpSpPr>
          <a:xfrm>
            <a:off x="3268474" y="3092467"/>
            <a:ext cx="418389" cy="418256"/>
            <a:chOff x="-21298675" y="2414425"/>
            <a:chExt cx="306400" cy="306325"/>
          </a:xfrm>
        </p:grpSpPr>
        <p:sp>
          <p:nvSpPr>
            <p:cNvPr id="1105" name="Google Shape;1105;p97">
              <a:extLst>
                <a:ext uri="{FF2B5EF4-FFF2-40B4-BE49-F238E27FC236}">
                  <a16:creationId xmlns:a16="http://schemas.microsoft.com/office/drawing/2014/main" id="{6FD06FA5-352B-365A-82C4-5EA1C4293045}"/>
                </a:ext>
              </a:extLst>
            </p:cNvPr>
            <p:cNvSpPr/>
            <p:nvPr/>
          </p:nvSpPr>
          <p:spPr>
            <a:xfrm>
              <a:off x="-21083650" y="2444575"/>
              <a:ext cx="20500" cy="18525"/>
            </a:xfrm>
            <a:custGeom>
              <a:avLst/>
              <a:gdLst/>
              <a:ahLst/>
              <a:cxnLst/>
              <a:rect l="l" t="t" r="r" b="b"/>
              <a:pathLst>
                <a:path w="820" h="741" extrusionOk="0">
                  <a:moveTo>
                    <a:pt x="410" y="1"/>
                  </a:moveTo>
                  <a:cubicBezTo>
                    <a:pt x="323" y="1"/>
                    <a:pt x="237" y="40"/>
                    <a:pt x="158" y="119"/>
                  </a:cubicBezTo>
                  <a:cubicBezTo>
                    <a:pt x="0" y="276"/>
                    <a:pt x="0" y="465"/>
                    <a:pt x="158" y="623"/>
                  </a:cubicBezTo>
                  <a:cubicBezTo>
                    <a:pt x="237" y="702"/>
                    <a:pt x="331" y="741"/>
                    <a:pt x="422" y="741"/>
                  </a:cubicBezTo>
                  <a:cubicBezTo>
                    <a:pt x="512" y="741"/>
                    <a:pt x="599" y="702"/>
                    <a:pt x="662" y="623"/>
                  </a:cubicBezTo>
                  <a:cubicBezTo>
                    <a:pt x="819" y="465"/>
                    <a:pt x="819" y="276"/>
                    <a:pt x="662" y="119"/>
                  </a:cubicBezTo>
                  <a:cubicBezTo>
                    <a:pt x="583" y="40"/>
                    <a:pt x="496" y="1"/>
                    <a:pt x="4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97">
              <a:extLst>
                <a:ext uri="{FF2B5EF4-FFF2-40B4-BE49-F238E27FC236}">
                  <a16:creationId xmlns:a16="http://schemas.microsoft.com/office/drawing/2014/main" id="{EAA16D30-AEA4-0496-893D-045333DE2041}"/>
                </a:ext>
              </a:extLst>
            </p:cNvPr>
            <p:cNvSpPr/>
            <p:nvPr/>
          </p:nvSpPr>
          <p:spPr>
            <a:xfrm>
              <a:off x="-21298675" y="2414425"/>
              <a:ext cx="306400" cy="306325"/>
            </a:xfrm>
            <a:custGeom>
              <a:avLst/>
              <a:gdLst/>
              <a:ahLst/>
              <a:cxnLst/>
              <a:rect l="l" t="t" r="r" b="b"/>
              <a:pathLst>
                <a:path w="12256" h="12253" extrusionOk="0">
                  <a:moveTo>
                    <a:pt x="9420" y="695"/>
                  </a:moveTo>
                  <a:cubicBezTo>
                    <a:pt x="9704" y="695"/>
                    <a:pt x="9924" y="695"/>
                    <a:pt x="10176" y="726"/>
                  </a:cubicBezTo>
                  <a:cubicBezTo>
                    <a:pt x="10429" y="789"/>
                    <a:pt x="10555" y="1136"/>
                    <a:pt x="10365" y="1325"/>
                  </a:cubicBezTo>
                  <a:cubicBezTo>
                    <a:pt x="10208" y="1482"/>
                    <a:pt x="10208" y="1671"/>
                    <a:pt x="10365" y="1829"/>
                  </a:cubicBezTo>
                  <a:cubicBezTo>
                    <a:pt x="10444" y="1908"/>
                    <a:pt x="10531" y="1947"/>
                    <a:pt x="10618" y="1947"/>
                  </a:cubicBezTo>
                  <a:cubicBezTo>
                    <a:pt x="10704" y="1947"/>
                    <a:pt x="10791" y="1908"/>
                    <a:pt x="10870" y="1829"/>
                  </a:cubicBezTo>
                  <a:cubicBezTo>
                    <a:pt x="10942" y="1767"/>
                    <a:pt x="11027" y="1739"/>
                    <a:pt x="11111" y="1739"/>
                  </a:cubicBezTo>
                  <a:cubicBezTo>
                    <a:pt x="11283" y="1739"/>
                    <a:pt x="11447" y="1858"/>
                    <a:pt x="11468" y="2049"/>
                  </a:cubicBezTo>
                  <a:cubicBezTo>
                    <a:pt x="11594" y="2711"/>
                    <a:pt x="11563" y="3719"/>
                    <a:pt x="11248" y="4727"/>
                  </a:cubicBezTo>
                  <a:cubicBezTo>
                    <a:pt x="11060" y="4761"/>
                    <a:pt x="10872" y="4778"/>
                    <a:pt x="10684" y="4778"/>
                  </a:cubicBezTo>
                  <a:cubicBezTo>
                    <a:pt x="9833" y="4778"/>
                    <a:pt x="9006" y="4433"/>
                    <a:pt x="8412" y="3814"/>
                  </a:cubicBezTo>
                  <a:cubicBezTo>
                    <a:pt x="7656" y="3058"/>
                    <a:pt x="7341" y="1986"/>
                    <a:pt x="7499" y="978"/>
                  </a:cubicBezTo>
                  <a:cubicBezTo>
                    <a:pt x="8129" y="789"/>
                    <a:pt x="8822" y="695"/>
                    <a:pt x="9420" y="695"/>
                  </a:cubicBezTo>
                  <a:close/>
                  <a:moveTo>
                    <a:pt x="5102" y="1271"/>
                  </a:moveTo>
                  <a:cubicBezTo>
                    <a:pt x="5187" y="1271"/>
                    <a:pt x="5273" y="1278"/>
                    <a:pt x="5356" y="1293"/>
                  </a:cubicBezTo>
                  <a:cubicBezTo>
                    <a:pt x="5293" y="1356"/>
                    <a:pt x="5167" y="1451"/>
                    <a:pt x="5104" y="1514"/>
                  </a:cubicBezTo>
                  <a:cubicBezTo>
                    <a:pt x="4348" y="2270"/>
                    <a:pt x="3781" y="3373"/>
                    <a:pt x="3466" y="4822"/>
                  </a:cubicBezTo>
                  <a:cubicBezTo>
                    <a:pt x="3182" y="4475"/>
                    <a:pt x="3088" y="4034"/>
                    <a:pt x="3088" y="3562"/>
                  </a:cubicBezTo>
                  <a:cubicBezTo>
                    <a:pt x="3088" y="2900"/>
                    <a:pt x="3340" y="2270"/>
                    <a:pt x="3844" y="1797"/>
                  </a:cubicBezTo>
                  <a:cubicBezTo>
                    <a:pt x="4163" y="1478"/>
                    <a:pt x="4639" y="1271"/>
                    <a:pt x="5102" y="1271"/>
                  </a:cubicBezTo>
                  <a:close/>
                  <a:moveTo>
                    <a:pt x="6711" y="1293"/>
                  </a:moveTo>
                  <a:lnTo>
                    <a:pt x="6711" y="1293"/>
                  </a:lnTo>
                  <a:cubicBezTo>
                    <a:pt x="6616" y="2427"/>
                    <a:pt x="7026" y="3530"/>
                    <a:pt x="7845" y="4318"/>
                  </a:cubicBezTo>
                  <a:cubicBezTo>
                    <a:pt x="8562" y="5035"/>
                    <a:pt x="9540" y="5465"/>
                    <a:pt x="10565" y="5465"/>
                  </a:cubicBezTo>
                  <a:cubicBezTo>
                    <a:pt x="10666" y="5465"/>
                    <a:pt x="10768" y="5460"/>
                    <a:pt x="10870" y="5452"/>
                  </a:cubicBezTo>
                  <a:lnTo>
                    <a:pt x="10870" y="5452"/>
                  </a:lnTo>
                  <a:cubicBezTo>
                    <a:pt x="10681" y="5893"/>
                    <a:pt x="10429" y="6303"/>
                    <a:pt x="10082" y="6618"/>
                  </a:cubicBezTo>
                  <a:cubicBezTo>
                    <a:pt x="8444" y="8256"/>
                    <a:pt x="4852" y="8413"/>
                    <a:pt x="3749" y="8413"/>
                  </a:cubicBezTo>
                  <a:cubicBezTo>
                    <a:pt x="3749" y="7311"/>
                    <a:pt x="3907" y="3719"/>
                    <a:pt x="5545" y="2081"/>
                  </a:cubicBezTo>
                  <a:cubicBezTo>
                    <a:pt x="5860" y="1766"/>
                    <a:pt x="6270" y="1482"/>
                    <a:pt x="6711" y="1293"/>
                  </a:cubicBezTo>
                  <a:close/>
                  <a:moveTo>
                    <a:pt x="10838" y="6838"/>
                  </a:moveTo>
                  <a:cubicBezTo>
                    <a:pt x="10964" y="7405"/>
                    <a:pt x="10775" y="7941"/>
                    <a:pt x="10365" y="8382"/>
                  </a:cubicBezTo>
                  <a:cubicBezTo>
                    <a:pt x="9888" y="8860"/>
                    <a:pt x="9239" y="9101"/>
                    <a:pt x="8593" y="9101"/>
                  </a:cubicBezTo>
                  <a:cubicBezTo>
                    <a:pt x="8132" y="9101"/>
                    <a:pt x="7672" y="8978"/>
                    <a:pt x="7278" y="8728"/>
                  </a:cubicBezTo>
                  <a:cubicBezTo>
                    <a:pt x="8759" y="8382"/>
                    <a:pt x="9893" y="7878"/>
                    <a:pt x="10586" y="7122"/>
                  </a:cubicBezTo>
                  <a:cubicBezTo>
                    <a:pt x="10681" y="7027"/>
                    <a:pt x="10775" y="6933"/>
                    <a:pt x="10838" y="6838"/>
                  </a:cubicBezTo>
                  <a:close/>
                  <a:moveTo>
                    <a:pt x="1902" y="8486"/>
                  </a:moveTo>
                  <a:cubicBezTo>
                    <a:pt x="2355" y="8486"/>
                    <a:pt x="2810" y="8652"/>
                    <a:pt x="3151" y="9012"/>
                  </a:cubicBezTo>
                  <a:cubicBezTo>
                    <a:pt x="3718" y="9611"/>
                    <a:pt x="3812" y="10461"/>
                    <a:pt x="3466" y="11123"/>
                  </a:cubicBezTo>
                  <a:cubicBezTo>
                    <a:pt x="3151" y="10619"/>
                    <a:pt x="2804" y="10178"/>
                    <a:pt x="2426" y="9768"/>
                  </a:cubicBezTo>
                  <a:cubicBezTo>
                    <a:pt x="2017" y="9358"/>
                    <a:pt x="1544" y="9012"/>
                    <a:pt x="1040" y="8697"/>
                  </a:cubicBezTo>
                  <a:cubicBezTo>
                    <a:pt x="1304" y="8559"/>
                    <a:pt x="1603" y="8486"/>
                    <a:pt x="1902" y="8486"/>
                  </a:cubicBezTo>
                  <a:close/>
                  <a:moveTo>
                    <a:pt x="9468" y="0"/>
                  </a:moveTo>
                  <a:cubicBezTo>
                    <a:pt x="8905" y="0"/>
                    <a:pt x="8299" y="77"/>
                    <a:pt x="7719" y="222"/>
                  </a:cubicBezTo>
                  <a:cubicBezTo>
                    <a:pt x="7247" y="348"/>
                    <a:pt x="6711" y="537"/>
                    <a:pt x="6112" y="852"/>
                  </a:cubicBezTo>
                  <a:cubicBezTo>
                    <a:pt x="5784" y="699"/>
                    <a:pt x="5436" y="625"/>
                    <a:pt x="5090" y="625"/>
                  </a:cubicBezTo>
                  <a:cubicBezTo>
                    <a:pt x="4442" y="625"/>
                    <a:pt x="3802" y="884"/>
                    <a:pt x="3308" y="1356"/>
                  </a:cubicBezTo>
                  <a:cubicBezTo>
                    <a:pt x="2741" y="1955"/>
                    <a:pt x="2363" y="2774"/>
                    <a:pt x="2363" y="3656"/>
                  </a:cubicBezTo>
                  <a:cubicBezTo>
                    <a:pt x="2363" y="4475"/>
                    <a:pt x="2678" y="5263"/>
                    <a:pt x="3277" y="5893"/>
                  </a:cubicBezTo>
                  <a:cubicBezTo>
                    <a:pt x="3151" y="6649"/>
                    <a:pt x="3088" y="7405"/>
                    <a:pt x="3088" y="8130"/>
                  </a:cubicBezTo>
                  <a:cubicBezTo>
                    <a:pt x="2722" y="7947"/>
                    <a:pt x="2319" y="7854"/>
                    <a:pt x="1916" y="7854"/>
                  </a:cubicBezTo>
                  <a:cubicBezTo>
                    <a:pt x="1278" y="7854"/>
                    <a:pt x="641" y="8088"/>
                    <a:pt x="158" y="8571"/>
                  </a:cubicBezTo>
                  <a:cubicBezTo>
                    <a:pt x="0" y="8728"/>
                    <a:pt x="63" y="9043"/>
                    <a:pt x="252" y="9169"/>
                  </a:cubicBezTo>
                  <a:cubicBezTo>
                    <a:pt x="1481" y="9800"/>
                    <a:pt x="2489" y="10808"/>
                    <a:pt x="3119" y="12036"/>
                  </a:cubicBezTo>
                  <a:cubicBezTo>
                    <a:pt x="3191" y="12180"/>
                    <a:pt x="3315" y="12252"/>
                    <a:pt x="3443" y="12252"/>
                  </a:cubicBezTo>
                  <a:cubicBezTo>
                    <a:pt x="3539" y="12252"/>
                    <a:pt x="3637" y="12212"/>
                    <a:pt x="3718" y="12131"/>
                  </a:cubicBezTo>
                  <a:cubicBezTo>
                    <a:pt x="4506" y="11343"/>
                    <a:pt x="4663" y="10146"/>
                    <a:pt x="4159" y="9201"/>
                  </a:cubicBezTo>
                  <a:cubicBezTo>
                    <a:pt x="4884" y="9201"/>
                    <a:pt x="5671" y="9138"/>
                    <a:pt x="6396" y="9012"/>
                  </a:cubicBezTo>
                  <a:cubicBezTo>
                    <a:pt x="7026" y="9611"/>
                    <a:pt x="7814" y="9926"/>
                    <a:pt x="8633" y="9926"/>
                  </a:cubicBezTo>
                  <a:cubicBezTo>
                    <a:pt x="9452" y="9926"/>
                    <a:pt x="10271" y="9611"/>
                    <a:pt x="10933" y="8980"/>
                  </a:cubicBezTo>
                  <a:cubicBezTo>
                    <a:pt x="11657" y="8224"/>
                    <a:pt x="11878" y="7122"/>
                    <a:pt x="11437" y="6176"/>
                  </a:cubicBezTo>
                  <a:cubicBezTo>
                    <a:pt x="11752" y="5609"/>
                    <a:pt x="11941" y="5042"/>
                    <a:pt x="12067" y="4570"/>
                  </a:cubicBezTo>
                  <a:cubicBezTo>
                    <a:pt x="12224" y="3625"/>
                    <a:pt x="12256" y="2616"/>
                    <a:pt x="12130" y="1923"/>
                  </a:cubicBezTo>
                  <a:cubicBezTo>
                    <a:pt x="12067" y="1419"/>
                    <a:pt x="11626" y="1041"/>
                    <a:pt x="11153" y="1041"/>
                  </a:cubicBezTo>
                  <a:cubicBezTo>
                    <a:pt x="11122" y="537"/>
                    <a:pt x="10775" y="159"/>
                    <a:pt x="10302" y="65"/>
                  </a:cubicBezTo>
                  <a:cubicBezTo>
                    <a:pt x="10043" y="21"/>
                    <a:pt x="9761" y="0"/>
                    <a:pt x="9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97">
              <a:extLst>
                <a:ext uri="{FF2B5EF4-FFF2-40B4-BE49-F238E27FC236}">
                  <a16:creationId xmlns:a16="http://schemas.microsoft.com/office/drawing/2014/main" id="{342A27FA-BAF2-5C79-A3CE-4D8BBF089D4D}"/>
                </a:ext>
              </a:extLst>
            </p:cNvPr>
            <p:cNvSpPr/>
            <p:nvPr/>
          </p:nvSpPr>
          <p:spPr>
            <a:xfrm>
              <a:off x="-21171875" y="2521375"/>
              <a:ext cx="73275" cy="66100"/>
            </a:xfrm>
            <a:custGeom>
              <a:avLst/>
              <a:gdLst/>
              <a:ahLst/>
              <a:cxnLst/>
              <a:rect l="l" t="t" r="r" b="b"/>
              <a:pathLst>
                <a:path w="2931" h="2644" extrusionOk="0">
                  <a:moveTo>
                    <a:pt x="1499" y="0"/>
                  </a:moveTo>
                  <a:cubicBezTo>
                    <a:pt x="1471" y="0"/>
                    <a:pt x="1444" y="3"/>
                    <a:pt x="1418" y="8"/>
                  </a:cubicBezTo>
                  <a:lnTo>
                    <a:pt x="1009" y="166"/>
                  </a:lnTo>
                  <a:cubicBezTo>
                    <a:pt x="253" y="386"/>
                    <a:pt x="1" y="1394"/>
                    <a:pt x="568" y="1930"/>
                  </a:cubicBezTo>
                  <a:lnTo>
                    <a:pt x="977" y="2340"/>
                  </a:lnTo>
                  <a:cubicBezTo>
                    <a:pt x="1182" y="2544"/>
                    <a:pt x="1451" y="2643"/>
                    <a:pt x="1720" y="2643"/>
                  </a:cubicBezTo>
                  <a:cubicBezTo>
                    <a:pt x="2154" y="2643"/>
                    <a:pt x="2586" y="2385"/>
                    <a:pt x="2742" y="1898"/>
                  </a:cubicBezTo>
                  <a:lnTo>
                    <a:pt x="2899" y="1457"/>
                  </a:lnTo>
                  <a:cubicBezTo>
                    <a:pt x="2931" y="1268"/>
                    <a:pt x="2805" y="1016"/>
                    <a:pt x="2616" y="985"/>
                  </a:cubicBezTo>
                  <a:cubicBezTo>
                    <a:pt x="2577" y="972"/>
                    <a:pt x="2537" y="966"/>
                    <a:pt x="2498" y="966"/>
                  </a:cubicBezTo>
                  <a:cubicBezTo>
                    <a:pt x="2344" y="966"/>
                    <a:pt x="2200" y="1061"/>
                    <a:pt x="2175" y="1237"/>
                  </a:cubicBezTo>
                  <a:lnTo>
                    <a:pt x="2017" y="1646"/>
                  </a:lnTo>
                  <a:cubicBezTo>
                    <a:pt x="1977" y="1806"/>
                    <a:pt x="1836" y="1890"/>
                    <a:pt x="1682" y="1890"/>
                  </a:cubicBezTo>
                  <a:cubicBezTo>
                    <a:pt x="1593" y="1890"/>
                    <a:pt x="1499" y="1862"/>
                    <a:pt x="1418" y="1804"/>
                  </a:cubicBezTo>
                  <a:lnTo>
                    <a:pt x="1040" y="1426"/>
                  </a:lnTo>
                  <a:cubicBezTo>
                    <a:pt x="851" y="1237"/>
                    <a:pt x="914" y="922"/>
                    <a:pt x="1198" y="827"/>
                  </a:cubicBezTo>
                  <a:lnTo>
                    <a:pt x="1639" y="670"/>
                  </a:lnTo>
                  <a:cubicBezTo>
                    <a:pt x="1828" y="607"/>
                    <a:pt x="1891" y="386"/>
                    <a:pt x="1859" y="229"/>
                  </a:cubicBezTo>
                  <a:cubicBezTo>
                    <a:pt x="1807" y="70"/>
                    <a:pt x="1643" y="0"/>
                    <a:pt x="14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8" name="Google Shape;1108;p97">
            <a:extLst>
              <a:ext uri="{FF2B5EF4-FFF2-40B4-BE49-F238E27FC236}">
                <a16:creationId xmlns:a16="http://schemas.microsoft.com/office/drawing/2014/main" id="{5AA54389-CA40-B259-E8DD-76124D8EBA1F}"/>
              </a:ext>
            </a:extLst>
          </p:cNvPr>
          <p:cNvGrpSpPr/>
          <p:nvPr/>
        </p:nvGrpSpPr>
        <p:grpSpPr>
          <a:xfrm>
            <a:off x="3308303" y="2321664"/>
            <a:ext cx="374508" cy="349331"/>
            <a:chOff x="-21299475" y="2798025"/>
            <a:chExt cx="307200" cy="286525"/>
          </a:xfrm>
        </p:grpSpPr>
        <p:sp>
          <p:nvSpPr>
            <p:cNvPr id="1109" name="Google Shape;1109;p97">
              <a:extLst>
                <a:ext uri="{FF2B5EF4-FFF2-40B4-BE49-F238E27FC236}">
                  <a16:creationId xmlns:a16="http://schemas.microsoft.com/office/drawing/2014/main" id="{2EEB8F58-BBD3-1A02-06DD-09A97C367DDE}"/>
                </a:ext>
              </a:extLst>
            </p:cNvPr>
            <p:cNvSpPr/>
            <p:nvPr/>
          </p:nvSpPr>
          <p:spPr>
            <a:xfrm>
              <a:off x="-21153750" y="2798025"/>
              <a:ext cx="17350" cy="53575"/>
            </a:xfrm>
            <a:custGeom>
              <a:avLst/>
              <a:gdLst/>
              <a:ahLst/>
              <a:cxnLst/>
              <a:rect l="l" t="t" r="r" b="b"/>
              <a:pathLst>
                <a:path w="694" h="2143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65"/>
                  </a:lnTo>
                  <a:cubicBezTo>
                    <a:pt x="0" y="1985"/>
                    <a:pt x="158" y="2143"/>
                    <a:pt x="347" y="2143"/>
                  </a:cubicBezTo>
                  <a:cubicBezTo>
                    <a:pt x="536" y="2143"/>
                    <a:pt x="693" y="1985"/>
                    <a:pt x="693" y="176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97">
              <a:extLst>
                <a:ext uri="{FF2B5EF4-FFF2-40B4-BE49-F238E27FC236}">
                  <a16:creationId xmlns:a16="http://schemas.microsoft.com/office/drawing/2014/main" id="{F6F0F16F-DFB2-F44B-573F-8FB2CA7D1B79}"/>
                </a:ext>
              </a:extLst>
            </p:cNvPr>
            <p:cNvSpPr/>
            <p:nvPr/>
          </p:nvSpPr>
          <p:spPr>
            <a:xfrm>
              <a:off x="-21256925" y="2838400"/>
              <a:ext cx="45700" cy="44525"/>
            </a:xfrm>
            <a:custGeom>
              <a:avLst/>
              <a:gdLst/>
              <a:ahLst/>
              <a:cxnLst/>
              <a:rect l="l" t="t" r="r" b="b"/>
              <a:pathLst>
                <a:path w="1828" h="1781" extrusionOk="0">
                  <a:moveTo>
                    <a:pt x="410" y="0"/>
                  </a:moveTo>
                  <a:cubicBezTo>
                    <a:pt x="323" y="0"/>
                    <a:pt x="236" y="39"/>
                    <a:pt x="158" y="118"/>
                  </a:cubicBezTo>
                  <a:cubicBezTo>
                    <a:pt x="0" y="276"/>
                    <a:pt x="0" y="465"/>
                    <a:pt x="158" y="622"/>
                  </a:cubicBezTo>
                  <a:lnTo>
                    <a:pt x="1166" y="1662"/>
                  </a:lnTo>
                  <a:cubicBezTo>
                    <a:pt x="1245" y="1741"/>
                    <a:pt x="1331" y="1780"/>
                    <a:pt x="1418" y="1780"/>
                  </a:cubicBezTo>
                  <a:cubicBezTo>
                    <a:pt x="1504" y="1780"/>
                    <a:pt x="1591" y="1741"/>
                    <a:pt x="1670" y="1662"/>
                  </a:cubicBezTo>
                  <a:cubicBezTo>
                    <a:pt x="1827" y="1504"/>
                    <a:pt x="1827" y="1315"/>
                    <a:pt x="1670" y="1158"/>
                  </a:cubicBezTo>
                  <a:lnTo>
                    <a:pt x="662" y="118"/>
                  </a:lnTo>
                  <a:cubicBezTo>
                    <a:pt x="583" y="39"/>
                    <a:pt x="496" y="0"/>
                    <a:pt x="4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97">
              <a:extLst>
                <a:ext uri="{FF2B5EF4-FFF2-40B4-BE49-F238E27FC236}">
                  <a16:creationId xmlns:a16="http://schemas.microsoft.com/office/drawing/2014/main" id="{B151DE2D-B815-9EDB-28C8-CD504DF06C6E}"/>
                </a:ext>
              </a:extLst>
            </p:cNvPr>
            <p:cNvSpPr/>
            <p:nvPr/>
          </p:nvSpPr>
          <p:spPr>
            <a:xfrm>
              <a:off x="-21079725" y="2838400"/>
              <a:ext cx="45700" cy="44525"/>
            </a:xfrm>
            <a:custGeom>
              <a:avLst/>
              <a:gdLst/>
              <a:ahLst/>
              <a:cxnLst/>
              <a:rect l="l" t="t" r="r" b="b"/>
              <a:pathLst>
                <a:path w="1828" h="1781" extrusionOk="0">
                  <a:moveTo>
                    <a:pt x="1418" y="0"/>
                  </a:moveTo>
                  <a:cubicBezTo>
                    <a:pt x="1332" y="0"/>
                    <a:pt x="1245" y="39"/>
                    <a:pt x="1166" y="118"/>
                  </a:cubicBezTo>
                  <a:lnTo>
                    <a:pt x="158" y="1158"/>
                  </a:lnTo>
                  <a:cubicBezTo>
                    <a:pt x="1" y="1315"/>
                    <a:pt x="1" y="1504"/>
                    <a:pt x="158" y="1662"/>
                  </a:cubicBezTo>
                  <a:cubicBezTo>
                    <a:pt x="237" y="1741"/>
                    <a:pt x="324" y="1780"/>
                    <a:pt x="410" y="1780"/>
                  </a:cubicBezTo>
                  <a:cubicBezTo>
                    <a:pt x="497" y="1780"/>
                    <a:pt x="584" y="1741"/>
                    <a:pt x="662" y="1662"/>
                  </a:cubicBezTo>
                  <a:lnTo>
                    <a:pt x="1671" y="622"/>
                  </a:lnTo>
                  <a:cubicBezTo>
                    <a:pt x="1828" y="465"/>
                    <a:pt x="1828" y="276"/>
                    <a:pt x="1671" y="118"/>
                  </a:cubicBezTo>
                  <a:cubicBezTo>
                    <a:pt x="1592" y="39"/>
                    <a:pt x="1505" y="0"/>
                    <a:pt x="14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97">
              <a:extLst>
                <a:ext uri="{FF2B5EF4-FFF2-40B4-BE49-F238E27FC236}">
                  <a16:creationId xmlns:a16="http://schemas.microsoft.com/office/drawing/2014/main" id="{6E437A23-ABB3-9F80-4244-503020E5C8B6}"/>
                </a:ext>
              </a:extLst>
            </p:cNvPr>
            <p:cNvSpPr/>
            <p:nvPr/>
          </p:nvSpPr>
          <p:spPr>
            <a:xfrm>
              <a:off x="-21113575" y="2825000"/>
              <a:ext cx="26800" cy="35050"/>
            </a:xfrm>
            <a:custGeom>
              <a:avLst/>
              <a:gdLst/>
              <a:ahLst/>
              <a:cxnLst/>
              <a:rect l="l" t="t" r="r" b="b"/>
              <a:pathLst>
                <a:path w="1072" h="1402" extrusionOk="0">
                  <a:moveTo>
                    <a:pt x="647" y="0"/>
                  </a:moveTo>
                  <a:cubicBezTo>
                    <a:pt x="510" y="0"/>
                    <a:pt x="386" y="71"/>
                    <a:pt x="315" y="213"/>
                  </a:cubicBezTo>
                  <a:lnTo>
                    <a:pt x="32" y="906"/>
                  </a:lnTo>
                  <a:cubicBezTo>
                    <a:pt x="0" y="1095"/>
                    <a:pt x="95" y="1284"/>
                    <a:pt x="252" y="1379"/>
                  </a:cubicBezTo>
                  <a:cubicBezTo>
                    <a:pt x="298" y="1394"/>
                    <a:pt x="344" y="1402"/>
                    <a:pt x="388" y="1402"/>
                  </a:cubicBezTo>
                  <a:cubicBezTo>
                    <a:pt x="527" y="1402"/>
                    <a:pt x="653" y="1325"/>
                    <a:pt x="725" y="1158"/>
                  </a:cubicBezTo>
                  <a:lnTo>
                    <a:pt x="977" y="497"/>
                  </a:lnTo>
                  <a:cubicBezTo>
                    <a:pt x="1071" y="308"/>
                    <a:pt x="977" y="119"/>
                    <a:pt x="788" y="24"/>
                  </a:cubicBezTo>
                  <a:cubicBezTo>
                    <a:pt x="740" y="8"/>
                    <a:pt x="693" y="0"/>
                    <a:pt x="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97">
              <a:extLst>
                <a:ext uri="{FF2B5EF4-FFF2-40B4-BE49-F238E27FC236}">
                  <a16:creationId xmlns:a16="http://schemas.microsoft.com/office/drawing/2014/main" id="{09D34EB4-6E19-038D-C27D-3861A2C1D909}"/>
                </a:ext>
              </a:extLst>
            </p:cNvPr>
            <p:cNvSpPr/>
            <p:nvPr/>
          </p:nvSpPr>
          <p:spPr>
            <a:xfrm>
              <a:off x="-21204175" y="2825000"/>
              <a:ext cx="27600" cy="35050"/>
            </a:xfrm>
            <a:custGeom>
              <a:avLst/>
              <a:gdLst/>
              <a:ahLst/>
              <a:cxnLst/>
              <a:rect l="l" t="t" r="r" b="b"/>
              <a:pathLst>
                <a:path w="1104" h="1402" extrusionOk="0">
                  <a:moveTo>
                    <a:pt x="429" y="0"/>
                  </a:moveTo>
                  <a:cubicBezTo>
                    <a:pt x="381" y="0"/>
                    <a:pt x="332" y="8"/>
                    <a:pt x="285" y="24"/>
                  </a:cubicBezTo>
                  <a:cubicBezTo>
                    <a:pt x="95" y="119"/>
                    <a:pt x="1" y="308"/>
                    <a:pt x="95" y="497"/>
                  </a:cubicBezTo>
                  <a:lnTo>
                    <a:pt x="348" y="1158"/>
                  </a:lnTo>
                  <a:cubicBezTo>
                    <a:pt x="419" y="1325"/>
                    <a:pt x="545" y="1402"/>
                    <a:pt x="684" y="1402"/>
                  </a:cubicBezTo>
                  <a:cubicBezTo>
                    <a:pt x="728" y="1402"/>
                    <a:pt x="774" y="1394"/>
                    <a:pt x="820" y="1379"/>
                  </a:cubicBezTo>
                  <a:cubicBezTo>
                    <a:pt x="1041" y="1284"/>
                    <a:pt x="1104" y="1095"/>
                    <a:pt x="1041" y="906"/>
                  </a:cubicBezTo>
                  <a:lnTo>
                    <a:pt x="757" y="213"/>
                  </a:lnTo>
                  <a:cubicBezTo>
                    <a:pt x="710" y="71"/>
                    <a:pt x="574" y="0"/>
                    <a:pt x="4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97">
              <a:extLst>
                <a:ext uri="{FF2B5EF4-FFF2-40B4-BE49-F238E27FC236}">
                  <a16:creationId xmlns:a16="http://schemas.microsoft.com/office/drawing/2014/main" id="{2F63933D-787A-4B96-97AB-FCD302256D86}"/>
                </a:ext>
              </a:extLst>
            </p:cNvPr>
            <p:cNvSpPr/>
            <p:nvPr/>
          </p:nvSpPr>
          <p:spPr>
            <a:xfrm>
              <a:off x="-21297900" y="2940575"/>
              <a:ext cx="54375" cy="18150"/>
            </a:xfrm>
            <a:custGeom>
              <a:avLst/>
              <a:gdLst/>
              <a:ahLst/>
              <a:cxnLst/>
              <a:rect l="l" t="t" r="r" b="b"/>
              <a:pathLst>
                <a:path w="2175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828" y="725"/>
                  </a:lnTo>
                  <a:cubicBezTo>
                    <a:pt x="2017" y="725"/>
                    <a:pt x="2175" y="568"/>
                    <a:pt x="2175" y="379"/>
                  </a:cubicBezTo>
                  <a:cubicBezTo>
                    <a:pt x="2175" y="158"/>
                    <a:pt x="2017" y="1"/>
                    <a:pt x="1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97">
              <a:extLst>
                <a:ext uri="{FF2B5EF4-FFF2-40B4-BE49-F238E27FC236}">
                  <a16:creationId xmlns:a16="http://schemas.microsoft.com/office/drawing/2014/main" id="{1427B5DA-57BD-2D4D-D2A1-727FA6F42743}"/>
                </a:ext>
              </a:extLst>
            </p:cNvPr>
            <p:cNvSpPr/>
            <p:nvPr/>
          </p:nvSpPr>
          <p:spPr>
            <a:xfrm>
              <a:off x="-21047425" y="2940575"/>
              <a:ext cx="54375" cy="18150"/>
            </a:xfrm>
            <a:custGeom>
              <a:avLst/>
              <a:gdLst/>
              <a:ahLst/>
              <a:cxnLst/>
              <a:rect l="l" t="t" r="r" b="b"/>
              <a:pathLst>
                <a:path w="217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796" y="725"/>
                  </a:lnTo>
                  <a:cubicBezTo>
                    <a:pt x="2017" y="725"/>
                    <a:pt x="2174" y="568"/>
                    <a:pt x="2174" y="379"/>
                  </a:cubicBezTo>
                  <a:cubicBezTo>
                    <a:pt x="2174" y="158"/>
                    <a:pt x="2017" y="1"/>
                    <a:pt x="17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97">
              <a:extLst>
                <a:ext uri="{FF2B5EF4-FFF2-40B4-BE49-F238E27FC236}">
                  <a16:creationId xmlns:a16="http://schemas.microsoft.com/office/drawing/2014/main" id="{E732F885-2BE1-F729-32B3-4AACBEE8EBAB}"/>
                </a:ext>
              </a:extLst>
            </p:cNvPr>
            <p:cNvSpPr/>
            <p:nvPr/>
          </p:nvSpPr>
          <p:spPr>
            <a:xfrm>
              <a:off x="-21056100" y="2892750"/>
              <a:ext cx="37050" cy="25150"/>
            </a:xfrm>
            <a:custGeom>
              <a:avLst/>
              <a:gdLst/>
              <a:ahLst/>
              <a:cxnLst/>
              <a:rect l="l" t="t" r="r" b="b"/>
              <a:pathLst>
                <a:path w="1482" h="1006" extrusionOk="0">
                  <a:moveTo>
                    <a:pt x="1082" y="0"/>
                  </a:moveTo>
                  <a:cubicBezTo>
                    <a:pt x="1038" y="0"/>
                    <a:pt x="992" y="8"/>
                    <a:pt x="946" y="23"/>
                  </a:cubicBezTo>
                  <a:lnTo>
                    <a:pt x="284" y="307"/>
                  </a:lnTo>
                  <a:cubicBezTo>
                    <a:pt x="64" y="433"/>
                    <a:pt x="1" y="622"/>
                    <a:pt x="64" y="780"/>
                  </a:cubicBezTo>
                  <a:cubicBezTo>
                    <a:pt x="133" y="918"/>
                    <a:pt x="253" y="1006"/>
                    <a:pt x="386" y="1006"/>
                  </a:cubicBezTo>
                  <a:cubicBezTo>
                    <a:pt x="435" y="1006"/>
                    <a:pt x="486" y="994"/>
                    <a:pt x="536" y="969"/>
                  </a:cubicBezTo>
                  <a:lnTo>
                    <a:pt x="1198" y="717"/>
                  </a:lnTo>
                  <a:cubicBezTo>
                    <a:pt x="1419" y="622"/>
                    <a:pt x="1482" y="433"/>
                    <a:pt x="1419" y="244"/>
                  </a:cubicBezTo>
                  <a:cubicBezTo>
                    <a:pt x="1347" y="77"/>
                    <a:pt x="1221" y="0"/>
                    <a:pt x="10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97">
              <a:extLst>
                <a:ext uri="{FF2B5EF4-FFF2-40B4-BE49-F238E27FC236}">
                  <a16:creationId xmlns:a16="http://schemas.microsoft.com/office/drawing/2014/main" id="{A9D932A4-2A8E-091C-053D-D6746829CE20}"/>
                </a:ext>
              </a:extLst>
            </p:cNvPr>
            <p:cNvSpPr/>
            <p:nvPr/>
          </p:nvSpPr>
          <p:spPr>
            <a:xfrm>
              <a:off x="-21271100" y="2893975"/>
              <a:ext cx="37825" cy="25150"/>
            </a:xfrm>
            <a:custGeom>
              <a:avLst/>
              <a:gdLst/>
              <a:ahLst/>
              <a:cxnLst/>
              <a:rect l="l" t="t" r="r" b="b"/>
              <a:pathLst>
                <a:path w="1513" h="1006" extrusionOk="0">
                  <a:moveTo>
                    <a:pt x="398" y="0"/>
                  </a:moveTo>
                  <a:cubicBezTo>
                    <a:pt x="254" y="0"/>
                    <a:pt x="141" y="88"/>
                    <a:pt x="95" y="227"/>
                  </a:cubicBezTo>
                  <a:cubicBezTo>
                    <a:pt x="0" y="416"/>
                    <a:pt x="95" y="605"/>
                    <a:pt x="284" y="699"/>
                  </a:cubicBezTo>
                  <a:lnTo>
                    <a:pt x="945" y="983"/>
                  </a:lnTo>
                  <a:cubicBezTo>
                    <a:pt x="991" y="998"/>
                    <a:pt x="1039" y="1006"/>
                    <a:pt x="1086" y="1006"/>
                  </a:cubicBezTo>
                  <a:cubicBezTo>
                    <a:pt x="1232" y="1006"/>
                    <a:pt x="1370" y="929"/>
                    <a:pt x="1418" y="762"/>
                  </a:cubicBezTo>
                  <a:cubicBezTo>
                    <a:pt x="1512" y="573"/>
                    <a:pt x="1418" y="384"/>
                    <a:pt x="1229" y="290"/>
                  </a:cubicBezTo>
                  <a:lnTo>
                    <a:pt x="567" y="37"/>
                  </a:lnTo>
                  <a:cubicBezTo>
                    <a:pt x="508" y="12"/>
                    <a:pt x="451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97">
              <a:extLst>
                <a:ext uri="{FF2B5EF4-FFF2-40B4-BE49-F238E27FC236}">
                  <a16:creationId xmlns:a16="http://schemas.microsoft.com/office/drawing/2014/main" id="{351A3C23-BE07-1DE2-BC60-7D7FD5E437A3}"/>
                </a:ext>
              </a:extLst>
            </p:cNvPr>
            <p:cNvSpPr/>
            <p:nvPr/>
          </p:nvSpPr>
          <p:spPr>
            <a:xfrm>
              <a:off x="-21298675" y="3049275"/>
              <a:ext cx="306400" cy="35275"/>
            </a:xfrm>
            <a:custGeom>
              <a:avLst/>
              <a:gdLst/>
              <a:ahLst/>
              <a:cxnLst/>
              <a:rect l="l" t="t" r="r" b="b"/>
              <a:pathLst>
                <a:path w="12256" h="1411" extrusionOk="0">
                  <a:moveTo>
                    <a:pt x="1832" y="0"/>
                  </a:moveTo>
                  <a:cubicBezTo>
                    <a:pt x="1379" y="0"/>
                    <a:pt x="930" y="126"/>
                    <a:pt x="567" y="378"/>
                  </a:cubicBezTo>
                  <a:cubicBezTo>
                    <a:pt x="473" y="441"/>
                    <a:pt x="347" y="505"/>
                    <a:pt x="284" y="536"/>
                  </a:cubicBezTo>
                  <a:cubicBezTo>
                    <a:pt x="95" y="631"/>
                    <a:pt x="0" y="820"/>
                    <a:pt x="95" y="1009"/>
                  </a:cubicBezTo>
                  <a:cubicBezTo>
                    <a:pt x="143" y="1176"/>
                    <a:pt x="263" y="1252"/>
                    <a:pt x="414" y="1252"/>
                  </a:cubicBezTo>
                  <a:cubicBezTo>
                    <a:pt x="462" y="1252"/>
                    <a:pt x="514" y="1244"/>
                    <a:pt x="567" y="1229"/>
                  </a:cubicBezTo>
                  <a:cubicBezTo>
                    <a:pt x="725" y="1166"/>
                    <a:pt x="819" y="1103"/>
                    <a:pt x="946" y="1009"/>
                  </a:cubicBezTo>
                  <a:cubicBezTo>
                    <a:pt x="1198" y="835"/>
                    <a:pt x="1505" y="749"/>
                    <a:pt x="1816" y="749"/>
                  </a:cubicBezTo>
                  <a:cubicBezTo>
                    <a:pt x="2127" y="749"/>
                    <a:pt x="2442" y="835"/>
                    <a:pt x="2710" y="1009"/>
                  </a:cubicBezTo>
                  <a:cubicBezTo>
                    <a:pt x="3104" y="1276"/>
                    <a:pt x="3553" y="1410"/>
                    <a:pt x="3994" y="1410"/>
                  </a:cubicBezTo>
                  <a:cubicBezTo>
                    <a:pt x="4435" y="1410"/>
                    <a:pt x="4868" y="1276"/>
                    <a:pt x="5230" y="1009"/>
                  </a:cubicBezTo>
                  <a:cubicBezTo>
                    <a:pt x="5498" y="835"/>
                    <a:pt x="5805" y="749"/>
                    <a:pt x="6108" y="749"/>
                  </a:cubicBezTo>
                  <a:cubicBezTo>
                    <a:pt x="6412" y="749"/>
                    <a:pt x="6711" y="835"/>
                    <a:pt x="6963" y="1009"/>
                  </a:cubicBezTo>
                  <a:cubicBezTo>
                    <a:pt x="7357" y="1276"/>
                    <a:pt x="7806" y="1410"/>
                    <a:pt x="8247" y="1410"/>
                  </a:cubicBezTo>
                  <a:cubicBezTo>
                    <a:pt x="8688" y="1410"/>
                    <a:pt x="9121" y="1276"/>
                    <a:pt x="9483" y="1009"/>
                  </a:cubicBezTo>
                  <a:cubicBezTo>
                    <a:pt x="9751" y="835"/>
                    <a:pt x="10058" y="749"/>
                    <a:pt x="10369" y="749"/>
                  </a:cubicBezTo>
                  <a:cubicBezTo>
                    <a:pt x="10681" y="749"/>
                    <a:pt x="10996" y="835"/>
                    <a:pt x="11279" y="1009"/>
                  </a:cubicBezTo>
                  <a:cubicBezTo>
                    <a:pt x="11437" y="1103"/>
                    <a:pt x="11531" y="1166"/>
                    <a:pt x="11689" y="1261"/>
                  </a:cubicBezTo>
                  <a:cubicBezTo>
                    <a:pt x="11736" y="1274"/>
                    <a:pt x="11782" y="1280"/>
                    <a:pt x="11825" y="1280"/>
                  </a:cubicBezTo>
                  <a:cubicBezTo>
                    <a:pt x="11984" y="1280"/>
                    <a:pt x="12112" y="1195"/>
                    <a:pt x="12161" y="1072"/>
                  </a:cubicBezTo>
                  <a:cubicBezTo>
                    <a:pt x="12256" y="820"/>
                    <a:pt x="12161" y="599"/>
                    <a:pt x="11972" y="536"/>
                  </a:cubicBezTo>
                  <a:cubicBezTo>
                    <a:pt x="11846" y="505"/>
                    <a:pt x="11783" y="473"/>
                    <a:pt x="11657" y="378"/>
                  </a:cubicBezTo>
                  <a:cubicBezTo>
                    <a:pt x="11279" y="126"/>
                    <a:pt x="10830" y="0"/>
                    <a:pt x="10381" y="0"/>
                  </a:cubicBezTo>
                  <a:cubicBezTo>
                    <a:pt x="9932" y="0"/>
                    <a:pt x="9483" y="126"/>
                    <a:pt x="9105" y="378"/>
                  </a:cubicBezTo>
                  <a:cubicBezTo>
                    <a:pt x="8853" y="568"/>
                    <a:pt x="8546" y="662"/>
                    <a:pt x="8239" y="662"/>
                  </a:cubicBezTo>
                  <a:cubicBezTo>
                    <a:pt x="7932" y="662"/>
                    <a:pt x="7625" y="568"/>
                    <a:pt x="7373" y="378"/>
                  </a:cubicBezTo>
                  <a:cubicBezTo>
                    <a:pt x="6979" y="126"/>
                    <a:pt x="6538" y="0"/>
                    <a:pt x="6101" y="0"/>
                  </a:cubicBezTo>
                  <a:cubicBezTo>
                    <a:pt x="5663" y="0"/>
                    <a:pt x="5230" y="126"/>
                    <a:pt x="4852" y="378"/>
                  </a:cubicBezTo>
                  <a:cubicBezTo>
                    <a:pt x="4600" y="568"/>
                    <a:pt x="4293" y="662"/>
                    <a:pt x="3986" y="662"/>
                  </a:cubicBezTo>
                  <a:cubicBezTo>
                    <a:pt x="3679" y="662"/>
                    <a:pt x="3371" y="568"/>
                    <a:pt x="3119" y="378"/>
                  </a:cubicBezTo>
                  <a:cubicBezTo>
                    <a:pt x="2741" y="126"/>
                    <a:pt x="2284" y="0"/>
                    <a:pt x="18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97">
              <a:extLst>
                <a:ext uri="{FF2B5EF4-FFF2-40B4-BE49-F238E27FC236}">
                  <a16:creationId xmlns:a16="http://schemas.microsoft.com/office/drawing/2014/main" id="{C14895DD-CC3D-D88D-86E9-DACF64805FB9}"/>
                </a:ext>
              </a:extLst>
            </p:cNvPr>
            <p:cNvSpPr/>
            <p:nvPr/>
          </p:nvSpPr>
          <p:spPr>
            <a:xfrm>
              <a:off x="-21298675" y="3013050"/>
              <a:ext cx="306400" cy="34675"/>
            </a:xfrm>
            <a:custGeom>
              <a:avLst/>
              <a:gdLst/>
              <a:ahLst/>
              <a:cxnLst/>
              <a:rect l="l" t="t" r="r" b="b"/>
              <a:pathLst>
                <a:path w="12256" h="1387" extrusionOk="0">
                  <a:moveTo>
                    <a:pt x="1832" y="0"/>
                  </a:moveTo>
                  <a:cubicBezTo>
                    <a:pt x="1379" y="0"/>
                    <a:pt x="930" y="126"/>
                    <a:pt x="567" y="378"/>
                  </a:cubicBezTo>
                  <a:cubicBezTo>
                    <a:pt x="473" y="410"/>
                    <a:pt x="347" y="504"/>
                    <a:pt x="284" y="536"/>
                  </a:cubicBezTo>
                  <a:cubicBezTo>
                    <a:pt x="95" y="599"/>
                    <a:pt x="0" y="819"/>
                    <a:pt x="95" y="1008"/>
                  </a:cubicBezTo>
                  <a:cubicBezTo>
                    <a:pt x="141" y="1147"/>
                    <a:pt x="255" y="1234"/>
                    <a:pt x="399" y="1234"/>
                  </a:cubicBezTo>
                  <a:cubicBezTo>
                    <a:pt x="452" y="1234"/>
                    <a:pt x="508" y="1223"/>
                    <a:pt x="567" y="1197"/>
                  </a:cubicBezTo>
                  <a:cubicBezTo>
                    <a:pt x="725" y="1166"/>
                    <a:pt x="819" y="1071"/>
                    <a:pt x="946" y="1008"/>
                  </a:cubicBezTo>
                  <a:cubicBezTo>
                    <a:pt x="1198" y="835"/>
                    <a:pt x="1505" y="748"/>
                    <a:pt x="1816" y="748"/>
                  </a:cubicBezTo>
                  <a:cubicBezTo>
                    <a:pt x="2127" y="748"/>
                    <a:pt x="2442" y="835"/>
                    <a:pt x="2710" y="1008"/>
                  </a:cubicBezTo>
                  <a:cubicBezTo>
                    <a:pt x="3104" y="1260"/>
                    <a:pt x="3553" y="1386"/>
                    <a:pt x="3994" y="1386"/>
                  </a:cubicBezTo>
                  <a:cubicBezTo>
                    <a:pt x="4435" y="1386"/>
                    <a:pt x="4868" y="1260"/>
                    <a:pt x="5230" y="1008"/>
                  </a:cubicBezTo>
                  <a:cubicBezTo>
                    <a:pt x="5498" y="835"/>
                    <a:pt x="5805" y="748"/>
                    <a:pt x="6108" y="748"/>
                  </a:cubicBezTo>
                  <a:cubicBezTo>
                    <a:pt x="6412" y="748"/>
                    <a:pt x="6711" y="835"/>
                    <a:pt x="6963" y="1008"/>
                  </a:cubicBezTo>
                  <a:cubicBezTo>
                    <a:pt x="7357" y="1260"/>
                    <a:pt x="7806" y="1386"/>
                    <a:pt x="8247" y="1386"/>
                  </a:cubicBezTo>
                  <a:cubicBezTo>
                    <a:pt x="8688" y="1386"/>
                    <a:pt x="9121" y="1260"/>
                    <a:pt x="9483" y="1008"/>
                  </a:cubicBezTo>
                  <a:cubicBezTo>
                    <a:pt x="9751" y="835"/>
                    <a:pt x="10058" y="748"/>
                    <a:pt x="10369" y="748"/>
                  </a:cubicBezTo>
                  <a:cubicBezTo>
                    <a:pt x="10681" y="748"/>
                    <a:pt x="10996" y="835"/>
                    <a:pt x="11279" y="1008"/>
                  </a:cubicBezTo>
                  <a:cubicBezTo>
                    <a:pt x="11437" y="1071"/>
                    <a:pt x="11531" y="1166"/>
                    <a:pt x="11689" y="1229"/>
                  </a:cubicBezTo>
                  <a:cubicBezTo>
                    <a:pt x="11741" y="1251"/>
                    <a:pt x="11792" y="1261"/>
                    <a:pt x="11840" y="1261"/>
                  </a:cubicBezTo>
                  <a:cubicBezTo>
                    <a:pt x="11992" y="1261"/>
                    <a:pt x="12113" y="1160"/>
                    <a:pt x="12161" y="1040"/>
                  </a:cubicBezTo>
                  <a:cubicBezTo>
                    <a:pt x="12256" y="819"/>
                    <a:pt x="12161" y="630"/>
                    <a:pt x="11972" y="536"/>
                  </a:cubicBezTo>
                  <a:cubicBezTo>
                    <a:pt x="11846" y="504"/>
                    <a:pt x="11783" y="473"/>
                    <a:pt x="11657" y="378"/>
                  </a:cubicBezTo>
                  <a:cubicBezTo>
                    <a:pt x="11279" y="126"/>
                    <a:pt x="10830" y="0"/>
                    <a:pt x="10381" y="0"/>
                  </a:cubicBezTo>
                  <a:cubicBezTo>
                    <a:pt x="9932" y="0"/>
                    <a:pt x="9483" y="126"/>
                    <a:pt x="9105" y="378"/>
                  </a:cubicBezTo>
                  <a:cubicBezTo>
                    <a:pt x="8853" y="552"/>
                    <a:pt x="8546" y="638"/>
                    <a:pt x="8239" y="638"/>
                  </a:cubicBezTo>
                  <a:cubicBezTo>
                    <a:pt x="7932" y="638"/>
                    <a:pt x="7625" y="552"/>
                    <a:pt x="7373" y="378"/>
                  </a:cubicBezTo>
                  <a:cubicBezTo>
                    <a:pt x="6979" y="126"/>
                    <a:pt x="6538" y="0"/>
                    <a:pt x="6101" y="0"/>
                  </a:cubicBezTo>
                  <a:cubicBezTo>
                    <a:pt x="5663" y="0"/>
                    <a:pt x="5230" y="126"/>
                    <a:pt x="4852" y="378"/>
                  </a:cubicBezTo>
                  <a:cubicBezTo>
                    <a:pt x="4600" y="552"/>
                    <a:pt x="4293" y="638"/>
                    <a:pt x="3986" y="638"/>
                  </a:cubicBezTo>
                  <a:cubicBezTo>
                    <a:pt x="3679" y="638"/>
                    <a:pt x="3371" y="552"/>
                    <a:pt x="3119" y="378"/>
                  </a:cubicBezTo>
                  <a:cubicBezTo>
                    <a:pt x="2741" y="126"/>
                    <a:pt x="2284" y="0"/>
                    <a:pt x="18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97">
              <a:extLst>
                <a:ext uri="{FF2B5EF4-FFF2-40B4-BE49-F238E27FC236}">
                  <a16:creationId xmlns:a16="http://schemas.microsoft.com/office/drawing/2014/main" id="{52CCA92C-70D2-8C30-67E2-3D2C85B204C9}"/>
                </a:ext>
              </a:extLst>
            </p:cNvPr>
            <p:cNvSpPr/>
            <p:nvPr/>
          </p:nvSpPr>
          <p:spPr>
            <a:xfrm>
              <a:off x="-21299475" y="2868125"/>
              <a:ext cx="307200" cy="143375"/>
            </a:xfrm>
            <a:custGeom>
              <a:avLst/>
              <a:gdLst/>
              <a:ahLst/>
              <a:cxnLst/>
              <a:rect l="l" t="t" r="r" b="b"/>
              <a:pathLst>
                <a:path w="12288" h="5735" extrusionOk="0">
                  <a:moveTo>
                    <a:pt x="6144" y="788"/>
                  </a:moveTo>
                  <a:cubicBezTo>
                    <a:pt x="7531" y="788"/>
                    <a:pt x="8633" y="1891"/>
                    <a:pt x="8633" y="3245"/>
                  </a:cubicBezTo>
                  <a:cubicBezTo>
                    <a:pt x="8633" y="3938"/>
                    <a:pt x="8350" y="4506"/>
                    <a:pt x="7909" y="5010"/>
                  </a:cubicBezTo>
                  <a:cubicBezTo>
                    <a:pt x="7720" y="4947"/>
                    <a:pt x="7562" y="4884"/>
                    <a:pt x="7373" y="4758"/>
                  </a:cubicBezTo>
                  <a:cubicBezTo>
                    <a:pt x="7011" y="4506"/>
                    <a:pt x="6578" y="4379"/>
                    <a:pt x="6140" y="4379"/>
                  </a:cubicBezTo>
                  <a:cubicBezTo>
                    <a:pt x="5703" y="4379"/>
                    <a:pt x="5262" y="4506"/>
                    <a:pt x="4884" y="4758"/>
                  </a:cubicBezTo>
                  <a:cubicBezTo>
                    <a:pt x="4727" y="4884"/>
                    <a:pt x="4569" y="4947"/>
                    <a:pt x="4380" y="5010"/>
                  </a:cubicBezTo>
                  <a:cubicBezTo>
                    <a:pt x="3939" y="4537"/>
                    <a:pt x="3655" y="3875"/>
                    <a:pt x="3655" y="3245"/>
                  </a:cubicBezTo>
                  <a:cubicBezTo>
                    <a:pt x="3655" y="1891"/>
                    <a:pt x="4758" y="788"/>
                    <a:pt x="6144" y="788"/>
                  </a:cubicBezTo>
                  <a:close/>
                  <a:moveTo>
                    <a:pt x="6144" y="0"/>
                  </a:moveTo>
                  <a:cubicBezTo>
                    <a:pt x="4380" y="0"/>
                    <a:pt x="2931" y="1450"/>
                    <a:pt x="2931" y="3214"/>
                  </a:cubicBezTo>
                  <a:cubicBezTo>
                    <a:pt x="2931" y="3812"/>
                    <a:pt x="3088" y="4411"/>
                    <a:pt x="3372" y="4884"/>
                  </a:cubicBezTo>
                  <a:cubicBezTo>
                    <a:pt x="3277" y="4852"/>
                    <a:pt x="3183" y="4789"/>
                    <a:pt x="3120" y="4726"/>
                  </a:cubicBezTo>
                  <a:cubicBezTo>
                    <a:pt x="2742" y="4474"/>
                    <a:pt x="2285" y="4348"/>
                    <a:pt x="1832" y="4348"/>
                  </a:cubicBezTo>
                  <a:cubicBezTo>
                    <a:pt x="1379" y="4348"/>
                    <a:pt x="930" y="4474"/>
                    <a:pt x="568" y="4726"/>
                  </a:cubicBezTo>
                  <a:cubicBezTo>
                    <a:pt x="473" y="4758"/>
                    <a:pt x="347" y="4852"/>
                    <a:pt x="284" y="4884"/>
                  </a:cubicBezTo>
                  <a:cubicBezTo>
                    <a:pt x="95" y="4947"/>
                    <a:pt x="1" y="5167"/>
                    <a:pt x="95" y="5356"/>
                  </a:cubicBezTo>
                  <a:cubicBezTo>
                    <a:pt x="143" y="5498"/>
                    <a:pt x="261" y="5569"/>
                    <a:pt x="410" y="5569"/>
                  </a:cubicBezTo>
                  <a:cubicBezTo>
                    <a:pt x="460" y="5569"/>
                    <a:pt x="513" y="5561"/>
                    <a:pt x="568" y="5545"/>
                  </a:cubicBezTo>
                  <a:cubicBezTo>
                    <a:pt x="725" y="5514"/>
                    <a:pt x="820" y="5419"/>
                    <a:pt x="946" y="5356"/>
                  </a:cubicBezTo>
                  <a:cubicBezTo>
                    <a:pt x="1198" y="5183"/>
                    <a:pt x="1505" y="5096"/>
                    <a:pt x="1816" y="5096"/>
                  </a:cubicBezTo>
                  <a:cubicBezTo>
                    <a:pt x="2127" y="5096"/>
                    <a:pt x="2442" y="5183"/>
                    <a:pt x="2710" y="5356"/>
                  </a:cubicBezTo>
                  <a:cubicBezTo>
                    <a:pt x="3104" y="5608"/>
                    <a:pt x="3553" y="5734"/>
                    <a:pt x="3994" y="5734"/>
                  </a:cubicBezTo>
                  <a:cubicBezTo>
                    <a:pt x="4435" y="5734"/>
                    <a:pt x="4868" y="5608"/>
                    <a:pt x="5231" y="5356"/>
                  </a:cubicBezTo>
                  <a:cubicBezTo>
                    <a:pt x="5498" y="5183"/>
                    <a:pt x="5806" y="5096"/>
                    <a:pt x="6109" y="5096"/>
                  </a:cubicBezTo>
                  <a:cubicBezTo>
                    <a:pt x="6412" y="5096"/>
                    <a:pt x="6711" y="5183"/>
                    <a:pt x="6963" y="5356"/>
                  </a:cubicBezTo>
                  <a:cubicBezTo>
                    <a:pt x="7357" y="5608"/>
                    <a:pt x="7806" y="5734"/>
                    <a:pt x="8247" y="5734"/>
                  </a:cubicBezTo>
                  <a:cubicBezTo>
                    <a:pt x="8688" y="5734"/>
                    <a:pt x="9122" y="5608"/>
                    <a:pt x="9484" y="5356"/>
                  </a:cubicBezTo>
                  <a:cubicBezTo>
                    <a:pt x="9752" y="5183"/>
                    <a:pt x="10059" y="5096"/>
                    <a:pt x="10370" y="5096"/>
                  </a:cubicBezTo>
                  <a:cubicBezTo>
                    <a:pt x="10681" y="5096"/>
                    <a:pt x="10996" y="5183"/>
                    <a:pt x="11280" y="5356"/>
                  </a:cubicBezTo>
                  <a:cubicBezTo>
                    <a:pt x="11437" y="5419"/>
                    <a:pt x="11532" y="5514"/>
                    <a:pt x="11689" y="5577"/>
                  </a:cubicBezTo>
                  <a:cubicBezTo>
                    <a:pt x="11742" y="5599"/>
                    <a:pt x="11793" y="5609"/>
                    <a:pt x="11840" y="5609"/>
                  </a:cubicBezTo>
                  <a:cubicBezTo>
                    <a:pt x="11993" y="5609"/>
                    <a:pt x="12114" y="5508"/>
                    <a:pt x="12162" y="5388"/>
                  </a:cubicBezTo>
                  <a:cubicBezTo>
                    <a:pt x="12288" y="5199"/>
                    <a:pt x="12193" y="5010"/>
                    <a:pt x="12004" y="4915"/>
                  </a:cubicBezTo>
                  <a:cubicBezTo>
                    <a:pt x="11878" y="4884"/>
                    <a:pt x="11815" y="4852"/>
                    <a:pt x="11689" y="4758"/>
                  </a:cubicBezTo>
                  <a:cubicBezTo>
                    <a:pt x="11311" y="4506"/>
                    <a:pt x="10862" y="4379"/>
                    <a:pt x="10413" y="4379"/>
                  </a:cubicBezTo>
                  <a:cubicBezTo>
                    <a:pt x="9964" y="4379"/>
                    <a:pt x="9515" y="4506"/>
                    <a:pt x="9137" y="4758"/>
                  </a:cubicBezTo>
                  <a:lnTo>
                    <a:pt x="8885" y="4884"/>
                  </a:lnTo>
                  <a:cubicBezTo>
                    <a:pt x="9169" y="4379"/>
                    <a:pt x="9358" y="3812"/>
                    <a:pt x="9358" y="3214"/>
                  </a:cubicBezTo>
                  <a:cubicBezTo>
                    <a:pt x="9358" y="1450"/>
                    <a:pt x="7909" y="0"/>
                    <a:pt x="6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1" name="Google Shape;1121;p97">
            <a:extLst>
              <a:ext uri="{FF2B5EF4-FFF2-40B4-BE49-F238E27FC236}">
                <a16:creationId xmlns:a16="http://schemas.microsoft.com/office/drawing/2014/main" id="{CD97E986-FFEF-BEA7-DB30-9B30998F5C5F}"/>
              </a:ext>
            </a:extLst>
          </p:cNvPr>
          <p:cNvSpPr/>
          <p:nvPr/>
        </p:nvSpPr>
        <p:spPr>
          <a:xfrm>
            <a:off x="3314631" y="3967506"/>
            <a:ext cx="364815" cy="365742"/>
          </a:xfrm>
          <a:custGeom>
            <a:avLst/>
            <a:gdLst/>
            <a:ahLst/>
            <a:cxnLst/>
            <a:rect l="l" t="t" r="r" b="b"/>
            <a:pathLst>
              <a:path w="12193" h="12224" extrusionOk="0">
                <a:moveTo>
                  <a:pt x="6144" y="788"/>
                </a:moveTo>
                <a:cubicBezTo>
                  <a:pt x="6805" y="788"/>
                  <a:pt x="7467" y="914"/>
                  <a:pt x="8097" y="1229"/>
                </a:cubicBezTo>
                <a:cubicBezTo>
                  <a:pt x="7625" y="1859"/>
                  <a:pt x="6931" y="2205"/>
                  <a:pt x="6144" y="2205"/>
                </a:cubicBezTo>
                <a:cubicBezTo>
                  <a:pt x="5356" y="2205"/>
                  <a:pt x="4632" y="1859"/>
                  <a:pt x="4159" y="1229"/>
                </a:cubicBezTo>
                <a:cubicBezTo>
                  <a:pt x="4758" y="945"/>
                  <a:pt x="5482" y="788"/>
                  <a:pt x="6144" y="788"/>
                </a:cubicBezTo>
                <a:close/>
                <a:moveTo>
                  <a:pt x="8727" y="1544"/>
                </a:moveTo>
                <a:cubicBezTo>
                  <a:pt x="9767" y="2268"/>
                  <a:pt x="10523" y="3371"/>
                  <a:pt x="10744" y="4663"/>
                </a:cubicBezTo>
                <a:cubicBezTo>
                  <a:pt x="10775" y="4852"/>
                  <a:pt x="10586" y="5041"/>
                  <a:pt x="10397" y="5041"/>
                </a:cubicBezTo>
                <a:lnTo>
                  <a:pt x="1922" y="5041"/>
                </a:lnTo>
                <a:cubicBezTo>
                  <a:pt x="1639" y="5041"/>
                  <a:pt x="1481" y="4883"/>
                  <a:pt x="1544" y="4663"/>
                </a:cubicBezTo>
                <a:cubicBezTo>
                  <a:pt x="1733" y="3371"/>
                  <a:pt x="2489" y="2268"/>
                  <a:pt x="3529" y="1544"/>
                </a:cubicBezTo>
                <a:cubicBezTo>
                  <a:pt x="4128" y="2363"/>
                  <a:pt x="5104" y="2899"/>
                  <a:pt x="6144" y="2899"/>
                </a:cubicBezTo>
                <a:cubicBezTo>
                  <a:pt x="7152" y="2899"/>
                  <a:pt x="8160" y="2426"/>
                  <a:pt x="8727" y="1544"/>
                </a:cubicBezTo>
                <a:close/>
                <a:moveTo>
                  <a:pt x="10082" y="5765"/>
                </a:moveTo>
                <a:lnTo>
                  <a:pt x="10082" y="6144"/>
                </a:lnTo>
                <a:cubicBezTo>
                  <a:pt x="10082" y="6364"/>
                  <a:pt x="9924" y="6522"/>
                  <a:pt x="9735" y="6522"/>
                </a:cubicBezTo>
                <a:lnTo>
                  <a:pt x="2552" y="6522"/>
                </a:lnTo>
                <a:cubicBezTo>
                  <a:pt x="2363" y="6522"/>
                  <a:pt x="2206" y="6364"/>
                  <a:pt x="2206" y="6144"/>
                </a:cubicBezTo>
                <a:lnTo>
                  <a:pt x="2206" y="5765"/>
                </a:lnTo>
                <a:close/>
                <a:moveTo>
                  <a:pt x="6112" y="0"/>
                </a:moveTo>
                <a:cubicBezTo>
                  <a:pt x="3466" y="0"/>
                  <a:pt x="1229" y="1985"/>
                  <a:pt x="788" y="4505"/>
                </a:cubicBezTo>
                <a:cubicBezTo>
                  <a:pt x="693" y="4978"/>
                  <a:pt x="977" y="5450"/>
                  <a:pt x="1418" y="5639"/>
                </a:cubicBezTo>
                <a:lnTo>
                  <a:pt x="1418" y="6112"/>
                </a:lnTo>
                <a:cubicBezTo>
                  <a:pt x="1418" y="6585"/>
                  <a:pt x="1733" y="6994"/>
                  <a:pt x="2111" y="7152"/>
                </a:cubicBezTo>
                <a:lnTo>
                  <a:pt x="2111" y="7939"/>
                </a:lnTo>
                <a:cubicBezTo>
                  <a:pt x="2111" y="8317"/>
                  <a:pt x="1796" y="8632"/>
                  <a:pt x="1418" y="8632"/>
                </a:cubicBezTo>
                <a:cubicBezTo>
                  <a:pt x="1009" y="8632"/>
                  <a:pt x="693" y="8317"/>
                  <a:pt x="693" y="7939"/>
                </a:cubicBezTo>
                <a:lnTo>
                  <a:pt x="693" y="7561"/>
                </a:lnTo>
                <a:cubicBezTo>
                  <a:pt x="693" y="7372"/>
                  <a:pt x="536" y="7215"/>
                  <a:pt x="347" y="7215"/>
                </a:cubicBezTo>
                <a:cubicBezTo>
                  <a:pt x="158" y="7215"/>
                  <a:pt x="0" y="7372"/>
                  <a:pt x="0" y="7561"/>
                </a:cubicBezTo>
                <a:lnTo>
                  <a:pt x="0" y="7939"/>
                </a:lnTo>
                <a:cubicBezTo>
                  <a:pt x="0" y="8727"/>
                  <a:pt x="630" y="9357"/>
                  <a:pt x="1418" y="9357"/>
                </a:cubicBezTo>
                <a:cubicBezTo>
                  <a:pt x="2206" y="9357"/>
                  <a:pt x="2836" y="8727"/>
                  <a:pt x="2836" y="7939"/>
                </a:cubicBezTo>
                <a:lnTo>
                  <a:pt x="2836" y="7215"/>
                </a:lnTo>
                <a:lnTo>
                  <a:pt x="4285" y="7215"/>
                </a:lnTo>
                <a:lnTo>
                  <a:pt x="4285" y="10806"/>
                </a:lnTo>
                <a:cubicBezTo>
                  <a:pt x="4285" y="11184"/>
                  <a:pt x="3970" y="11499"/>
                  <a:pt x="3592" y="11499"/>
                </a:cubicBezTo>
                <a:cubicBezTo>
                  <a:pt x="3182" y="11499"/>
                  <a:pt x="2867" y="11184"/>
                  <a:pt x="2867" y="10806"/>
                </a:cubicBezTo>
                <a:lnTo>
                  <a:pt x="2867" y="10460"/>
                </a:lnTo>
                <a:cubicBezTo>
                  <a:pt x="2867" y="10239"/>
                  <a:pt x="2710" y="10082"/>
                  <a:pt x="2521" y="10082"/>
                </a:cubicBezTo>
                <a:cubicBezTo>
                  <a:pt x="2332" y="10082"/>
                  <a:pt x="2174" y="10239"/>
                  <a:pt x="2174" y="10460"/>
                </a:cubicBezTo>
                <a:lnTo>
                  <a:pt x="2174" y="10806"/>
                </a:lnTo>
                <a:cubicBezTo>
                  <a:pt x="2174" y="11594"/>
                  <a:pt x="2804" y="12224"/>
                  <a:pt x="3592" y="12224"/>
                </a:cubicBezTo>
                <a:cubicBezTo>
                  <a:pt x="4380" y="12224"/>
                  <a:pt x="5010" y="11594"/>
                  <a:pt x="5010" y="10806"/>
                </a:cubicBezTo>
                <a:lnTo>
                  <a:pt x="5010" y="7215"/>
                </a:lnTo>
                <a:lnTo>
                  <a:pt x="7120" y="7215"/>
                </a:lnTo>
                <a:lnTo>
                  <a:pt x="7120" y="10806"/>
                </a:lnTo>
                <a:cubicBezTo>
                  <a:pt x="7120" y="11594"/>
                  <a:pt x="7751" y="12224"/>
                  <a:pt x="8538" y="12224"/>
                </a:cubicBezTo>
                <a:cubicBezTo>
                  <a:pt x="9326" y="12224"/>
                  <a:pt x="9956" y="11594"/>
                  <a:pt x="9956" y="10806"/>
                </a:cubicBezTo>
                <a:lnTo>
                  <a:pt x="9956" y="10460"/>
                </a:lnTo>
                <a:cubicBezTo>
                  <a:pt x="9956" y="10239"/>
                  <a:pt x="9798" y="10082"/>
                  <a:pt x="9609" y="10082"/>
                </a:cubicBezTo>
                <a:cubicBezTo>
                  <a:pt x="9420" y="10082"/>
                  <a:pt x="9263" y="10239"/>
                  <a:pt x="9263" y="10460"/>
                </a:cubicBezTo>
                <a:lnTo>
                  <a:pt x="9263" y="10806"/>
                </a:lnTo>
                <a:cubicBezTo>
                  <a:pt x="9263" y="11184"/>
                  <a:pt x="8948" y="11499"/>
                  <a:pt x="8538" y="11499"/>
                </a:cubicBezTo>
                <a:cubicBezTo>
                  <a:pt x="8160" y="11499"/>
                  <a:pt x="7845" y="11184"/>
                  <a:pt x="7845" y="10806"/>
                </a:cubicBezTo>
                <a:lnTo>
                  <a:pt x="7845" y="7215"/>
                </a:lnTo>
                <a:lnTo>
                  <a:pt x="9294" y="7215"/>
                </a:lnTo>
                <a:lnTo>
                  <a:pt x="9294" y="7939"/>
                </a:lnTo>
                <a:cubicBezTo>
                  <a:pt x="9294" y="8727"/>
                  <a:pt x="9924" y="9357"/>
                  <a:pt x="10712" y="9357"/>
                </a:cubicBezTo>
                <a:cubicBezTo>
                  <a:pt x="11500" y="9357"/>
                  <a:pt x="12130" y="8727"/>
                  <a:pt x="12130" y="7939"/>
                </a:cubicBezTo>
                <a:lnTo>
                  <a:pt x="12130" y="7561"/>
                </a:lnTo>
                <a:cubicBezTo>
                  <a:pt x="12193" y="7372"/>
                  <a:pt x="12035" y="7215"/>
                  <a:pt x="11846" y="7215"/>
                </a:cubicBezTo>
                <a:cubicBezTo>
                  <a:pt x="11657" y="7215"/>
                  <a:pt x="11500" y="7372"/>
                  <a:pt x="11500" y="7561"/>
                </a:cubicBezTo>
                <a:lnTo>
                  <a:pt x="11500" y="7939"/>
                </a:lnTo>
                <a:cubicBezTo>
                  <a:pt x="11500" y="8317"/>
                  <a:pt x="11185" y="8632"/>
                  <a:pt x="10775" y="8632"/>
                </a:cubicBezTo>
                <a:cubicBezTo>
                  <a:pt x="10397" y="8632"/>
                  <a:pt x="10082" y="8317"/>
                  <a:pt x="10082" y="7939"/>
                </a:cubicBezTo>
                <a:lnTo>
                  <a:pt x="10082" y="7152"/>
                </a:lnTo>
                <a:cubicBezTo>
                  <a:pt x="10523" y="6994"/>
                  <a:pt x="10775" y="6585"/>
                  <a:pt x="10775" y="6112"/>
                </a:cubicBezTo>
                <a:lnTo>
                  <a:pt x="10775" y="5639"/>
                </a:lnTo>
                <a:cubicBezTo>
                  <a:pt x="11216" y="5450"/>
                  <a:pt x="11500" y="4978"/>
                  <a:pt x="11405" y="4505"/>
                </a:cubicBezTo>
                <a:cubicBezTo>
                  <a:pt x="10996" y="1953"/>
                  <a:pt x="8727" y="0"/>
                  <a:pt x="61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2" name="Google Shape;1122;p97">
            <a:extLst>
              <a:ext uri="{FF2B5EF4-FFF2-40B4-BE49-F238E27FC236}">
                <a16:creationId xmlns:a16="http://schemas.microsoft.com/office/drawing/2014/main" id="{CA5E4A8B-AA25-D38D-5674-CEC2D82D48B2}"/>
              </a:ext>
            </a:extLst>
          </p:cNvPr>
          <p:cNvGrpSpPr/>
          <p:nvPr/>
        </p:nvGrpSpPr>
        <p:grpSpPr>
          <a:xfrm>
            <a:off x="3282713" y="1501535"/>
            <a:ext cx="390879" cy="389853"/>
            <a:chOff x="-16442200" y="2801175"/>
            <a:chExt cx="304850" cy="304050"/>
          </a:xfrm>
        </p:grpSpPr>
        <p:sp>
          <p:nvSpPr>
            <p:cNvPr id="1123" name="Google Shape;1123;p97">
              <a:extLst>
                <a:ext uri="{FF2B5EF4-FFF2-40B4-BE49-F238E27FC236}">
                  <a16:creationId xmlns:a16="http://schemas.microsoft.com/office/drawing/2014/main" id="{05EF07EE-AFDF-3CB0-8027-7752E0B34FC4}"/>
                </a:ext>
              </a:extLst>
            </p:cNvPr>
            <p:cNvSpPr/>
            <p:nvPr/>
          </p:nvSpPr>
          <p:spPr>
            <a:xfrm>
              <a:off x="-16369725" y="29429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97">
              <a:extLst>
                <a:ext uri="{FF2B5EF4-FFF2-40B4-BE49-F238E27FC236}">
                  <a16:creationId xmlns:a16="http://schemas.microsoft.com/office/drawing/2014/main" id="{32AF9CE9-AB9A-DA76-D465-A79E9E8D22A7}"/>
                </a:ext>
              </a:extLst>
            </p:cNvPr>
            <p:cNvSpPr/>
            <p:nvPr/>
          </p:nvSpPr>
          <p:spPr>
            <a:xfrm>
              <a:off x="-16442200" y="2801175"/>
              <a:ext cx="304850" cy="304050"/>
            </a:xfrm>
            <a:custGeom>
              <a:avLst/>
              <a:gdLst/>
              <a:ahLst/>
              <a:cxnLst/>
              <a:rect l="l" t="t" r="r" b="b"/>
              <a:pathLst>
                <a:path w="12194" h="12162" extrusionOk="0">
                  <a:moveTo>
                    <a:pt x="7940" y="694"/>
                  </a:moveTo>
                  <a:cubicBezTo>
                    <a:pt x="8255" y="694"/>
                    <a:pt x="8539" y="914"/>
                    <a:pt x="8602" y="1229"/>
                  </a:cubicBezTo>
                  <a:cubicBezTo>
                    <a:pt x="8633" y="1324"/>
                    <a:pt x="8728" y="1418"/>
                    <a:pt x="8854" y="1450"/>
                  </a:cubicBezTo>
                  <a:cubicBezTo>
                    <a:pt x="9169" y="1544"/>
                    <a:pt x="9358" y="1796"/>
                    <a:pt x="9358" y="2111"/>
                  </a:cubicBezTo>
                  <a:cubicBezTo>
                    <a:pt x="9358" y="2426"/>
                    <a:pt x="9169" y="2710"/>
                    <a:pt x="8854" y="2804"/>
                  </a:cubicBezTo>
                  <a:cubicBezTo>
                    <a:pt x="8728" y="2836"/>
                    <a:pt x="8633" y="2899"/>
                    <a:pt x="8602" y="3025"/>
                  </a:cubicBezTo>
                  <a:cubicBezTo>
                    <a:pt x="8539" y="3340"/>
                    <a:pt x="8255" y="3529"/>
                    <a:pt x="7940" y="3529"/>
                  </a:cubicBezTo>
                  <a:cubicBezTo>
                    <a:pt x="7625" y="3529"/>
                    <a:pt x="7373" y="3340"/>
                    <a:pt x="7279" y="3056"/>
                  </a:cubicBezTo>
                  <a:cubicBezTo>
                    <a:pt x="7216" y="2899"/>
                    <a:pt x="7058" y="2836"/>
                    <a:pt x="6901" y="2836"/>
                  </a:cubicBezTo>
                  <a:lnTo>
                    <a:pt x="6806" y="2836"/>
                  </a:lnTo>
                  <a:cubicBezTo>
                    <a:pt x="6649" y="2836"/>
                    <a:pt x="6522" y="2899"/>
                    <a:pt x="6428" y="3056"/>
                  </a:cubicBezTo>
                  <a:cubicBezTo>
                    <a:pt x="6333" y="3340"/>
                    <a:pt x="6081" y="3529"/>
                    <a:pt x="5766" y="3529"/>
                  </a:cubicBezTo>
                  <a:cubicBezTo>
                    <a:pt x="5451" y="3529"/>
                    <a:pt x="5231" y="3340"/>
                    <a:pt x="5105" y="3056"/>
                  </a:cubicBezTo>
                  <a:cubicBezTo>
                    <a:pt x="5073" y="2899"/>
                    <a:pt x="4916" y="2836"/>
                    <a:pt x="4758" y="2836"/>
                  </a:cubicBezTo>
                  <a:lnTo>
                    <a:pt x="4632" y="2836"/>
                  </a:lnTo>
                  <a:cubicBezTo>
                    <a:pt x="4475" y="2836"/>
                    <a:pt x="4349" y="2899"/>
                    <a:pt x="4254" y="3056"/>
                  </a:cubicBezTo>
                  <a:cubicBezTo>
                    <a:pt x="4191" y="3340"/>
                    <a:pt x="3908" y="3529"/>
                    <a:pt x="3593" y="3529"/>
                  </a:cubicBezTo>
                  <a:cubicBezTo>
                    <a:pt x="3277" y="3529"/>
                    <a:pt x="2994" y="3340"/>
                    <a:pt x="2931" y="3025"/>
                  </a:cubicBezTo>
                  <a:cubicBezTo>
                    <a:pt x="2899" y="2899"/>
                    <a:pt x="2805" y="2836"/>
                    <a:pt x="2679" y="2804"/>
                  </a:cubicBezTo>
                  <a:cubicBezTo>
                    <a:pt x="2395" y="2710"/>
                    <a:pt x="2175" y="2426"/>
                    <a:pt x="2175" y="2111"/>
                  </a:cubicBezTo>
                  <a:cubicBezTo>
                    <a:pt x="2175" y="1796"/>
                    <a:pt x="2395" y="1544"/>
                    <a:pt x="2679" y="1450"/>
                  </a:cubicBezTo>
                  <a:cubicBezTo>
                    <a:pt x="2805" y="1418"/>
                    <a:pt x="2899" y="1324"/>
                    <a:pt x="2931" y="1229"/>
                  </a:cubicBezTo>
                  <a:cubicBezTo>
                    <a:pt x="2994" y="914"/>
                    <a:pt x="3277" y="694"/>
                    <a:pt x="3593" y="694"/>
                  </a:cubicBezTo>
                  <a:cubicBezTo>
                    <a:pt x="3908" y="694"/>
                    <a:pt x="4160" y="914"/>
                    <a:pt x="4254" y="1166"/>
                  </a:cubicBezTo>
                  <a:cubicBezTo>
                    <a:pt x="4317" y="1324"/>
                    <a:pt x="4475" y="1418"/>
                    <a:pt x="4632" y="1418"/>
                  </a:cubicBezTo>
                  <a:lnTo>
                    <a:pt x="4758" y="1418"/>
                  </a:lnTo>
                  <a:cubicBezTo>
                    <a:pt x="4916" y="1418"/>
                    <a:pt x="5010" y="1324"/>
                    <a:pt x="5105" y="1166"/>
                  </a:cubicBezTo>
                  <a:cubicBezTo>
                    <a:pt x="5231" y="914"/>
                    <a:pt x="5451" y="694"/>
                    <a:pt x="5766" y="694"/>
                  </a:cubicBezTo>
                  <a:cubicBezTo>
                    <a:pt x="6081" y="694"/>
                    <a:pt x="6333" y="914"/>
                    <a:pt x="6428" y="1166"/>
                  </a:cubicBezTo>
                  <a:cubicBezTo>
                    <a:pt x="6491" y="1324"/>
                    <a:pt x="6649" y="1418"/>
                    <a:pt x="6806" y="1418"/>
                  </a:cubicBezTo>
                  <a:lnTo>
                    <a:pt x="6901" y="1418"/>
                  </a:lnTo>
                  <a:cubicBezTo>
                    <a:pt x="7058" y="1418"/>
                    <a:pt x="7184" y="1324"/>
                    <a:pt x="7279" y="1166"/>
                  </a:cubicBezTo>
                  <a:cubicBezTo>
                    <a:pt x="7373" y="914"/>
                    <a:pt x="7625" y="694"/>
                    <a:pt x="7940" y="694"/>
                  </a:cubicBezTo>
                  <a:close/>
                  <a:moveTo>
                    <a:pt x="6459" y="4065"/>
                  </a:moveTo>
                  <a:cubicBezTo>
                    <a:pt x="6522" y="4128"/>
                    <a:pt x="7184" y="4632"/>
                    <a:pt x="7184" y="5671"/>
                  </a:cubicBezTo>
                  <a:cubicBezTo>
                    <a:pt x="7184" y="6207"/>
                    <a:pt x="6995" y="6711"/>
                    <a:pt x="6585" y="7120"/>
                  </a:cubicBezTo>
                  <a:cubicBezTo>
                    <a:pt x="6428" y="7120"/>
                    <a:pt x="6270" y="7089"/>
                    <a:pt x="6081" y="7089"/>
                  </a:cubicBezTo>
                  <a:cubicBezTo>
                    <a:pt x="5798" y="7089"/>
                    <a:pt x="5514" y="7120"/>
                    <a:pt x="5294" y="7152"/>
                  </a:cubicBezTo>
                  <a:cubicBezTo>
                    <a:pt x="5577" y="6711"/>
                    <a:pt x="5735" y="6175"/>
                    <a:pt x="5735" y="5608"/>
                  </a:cubicBezTo>
                  <a:cubicBezTo>
                    <a:pt x="5735" y="5104"/>
                    <a:pt x="5577" y="4569"/>
                    <a:pt x="5294" y="4128"/>
                  </a:cubicBezTo>
                  <a:lnTo>
                    <a:pt x="5294" y="4128"/>
                  </a:lnTo>
                  <a:cubicBezTo>
                    <a:pt x="5420" y="4159"/>
                    <a:pt x="5577" y="4191"/>
                    <a:pt x="5735" y="4191"/>
                  </a:cubicBezTo>
                  <a:cubicBezTo>
                    <a:pt x="5792" y="4205"/>
                    <a:pt x="5848" y="4211"/>
                    <a:pt x="5905" y="4211"/>
                  </a:cubicBezTo>
                  <a:cubicBezTo>
                    <a:pt x="6099" y="4211"/>
                    <a:pt x="6289" y="4138"/>
                    <a:pt x="6459" y="4065"/>
                  </a:cubicBezTo>
                  <a:close/>
                  <a:moveTo>
                    <a:pt x="8602" y="4065"/>
                  </a:moveTo>
                  <a:cubicBezTo>
                    <a:pt x="8633" y="4128"/>
                    <a:pt x="9295" y="4632"/>
                    <a:pt x="9295" y="5671"/>
                  </a:cubicBezTo>
                  <a:cubicBezTo>
                    <a:pt x="9295" y="6459"/>
                    <a:pt x="9043" y="7404"/>
                    <a:pt x="8287" y="7751"/>
                  </a:cubicBezTo>
                  <a:cubicBezTo>
                    <a:pt x="8003" y="7562"/>
                    <a:pt x="7688" y="7404"/>
                    <a:pt x="7373" y="7310"/>
                  </a:cubicBezTo>
                  <a:cubicBezTo>
                    <a:pt x="7751" y="6837"/>
                    <a:pt x="7909" y="6270"/>
                    <a:pt x="7909" y="5671"/>
                  </a:cubicBezTo>
                  <a:cubicBezTo>
                    <a:pt x="7877" y="5167"/>
                    <a:pt x="7720" y="4632"/>
                    <a:pt x="7468" y="4159"/>
                  </a:cubicBezTo>
                  <a:lnTo>
                    <a:pt x="7468" y="4159"/>
                  </a:lnTo>
                  <a:cubicBezTo>
                    <a:pt x="7619" y="4209"/>
                    <a:pt x="7775" y="4235"/>
                    <a:pt x="7930" y="4235"/>
                  </a:cubicBezTo>
                  <a:cubicBezTo>
                    <a:pt x="8163" y="4235"/>
                    <a:pt x="8394" y="4178"/>
                    <a:pt x="8602" y="4065"/>
                  </a:cubicBezTo>
                  <a:close/>
                  <a:moveTo>
                    <a:pt x="9894" y="2710"/>
                  </a:moveTo>
                  <a:cubicBezTo>
                    <a:pt x="10870" y="3371"/>
                    <a:pt x="11469" y="4474"/>
                    <a:pt x="11469" y="5671"/>
                  </a:cubicBezTo>
                  <a:cubicBezTo>
                    <a:pt x="11469" y="7367"/>
                    <a:pt x="9957" y="9278"/>
                    <a:pt x="8454" y="9278"/>
                  </a:cubicBezTo>
                  <a:cubicBezTo>
                    <a:pt x="8141" y="9278"/>
                    <a:pt x="7829" y="9195"/>
                    <a:pt x="7531" y="9011"/>
                  </a:cubicBezTo>
                  <a:lnTo>
                    <a:pt x="7405" y="8948"/>
                  </a:lnTo>
                  <a:cubicBezTo>
                    <a:pt x="7011" y="8648"/>
                    <a:pt x="6562" y="8499"/>
                    <a:pt x="6117" y="8499"/>
                  </a:cubicBezTo>
                  <a:cubicBezTo>
                    <a:pt x="5672" y="8499"/>
                    <a:pt x="5231" y="8648"/>
                    <a:pt x="4853" y="8948"/>
                  </a:cubicBezTo>
                  <a:cubicBezTo>
                    <a:pt x="4601" y="9137"/>
                    <a:pt x="4309" y="9231"/>
                    <a:pt x="4018" y="9231"/>
                  </a:cubicBezTo>
                  <a:cubicBezTo>
                    <a:pt x="3726" y="9231"/>
                    <a:pt x="3435" y="9137"/>
                    <a:pt x="3183" y="8948"/>
                  </a:cubicBezTo>
                  <a:cubicBezTo>
                    <a:pt x="2789" y="8622"/>
                    <a:pt x="2329" y="8464"/>
                    <a:pt x="1870" y="8464"/>
                  </a:cubicBezTo>
                  <a:cubicBezTo>
                    <a:pt x="1486" y="8464"/>
                    <a:pt x="1102" y="8575"/>
                    <a:pt x="757" y="8790"/>
                  </a:cubicBezTo>
                  <a:lnTo>
                    <a:pt x="757" y="7940"/>
                  </a:lnTo>
                  <a:cubicBezTo>
                    <a:pt x="1080" y="7815"/>
                    <a:pt x="1423" y="7752"/>
                    <a:pt x="1769" y="7752"/>
                  </a:cubicBezTo>
                  <a:cubicBezTo>
                    <a:pt x="2469" y="7752"/>
                    <a:pt x="3180" y="8011"/>
                    <a:pt x="3750" y="8538"/>
                  </a:cubicBezTo>
                  <a:cubicBezTo>
                    <a:pt x="3813" y="8601"/>
                    <a:pt x="3900" y="8633"/>
                    <a:pt x="3986" y="8633"/>
                  </a:cubicBezTo>
                  <a:cubicBezTo>
                    <a:pt x="4073" y="8633"/>
                    <a:pt x="4160" y="8601"/>
                    <a:pt x="4223" y="8538"/>
                  </a:cubicBezTo>
                  <a:cubicBezTo>
                    <a:pt x="4724" y="8069"/>
                    <a:pt x="5416" y="7833"/>
                    <a:pt x="6124" y="7833"/>
                  </a:cubicBezTo>
                  <a:cubicBezTo>
                    <a:pt x="6796" y="7833"/>
                    <a:pt x="7483" y="8046"/>
                    <a:pt x="8035" y="8475"/>
                  </a:cubicBezTo>
                  <a:cubicBezTo>
                    <a:pt x="8090" y="8512"/>
                    <a:pt x="8167" y="8527"/>
                    <a:pt x="8234" y="8527"/>
                  </a:cubicBezTo>
                  <a:cubicBezTo>
                    <a:pt x="8281" y="8527"/>
                    <a:pt x="8324" y="8520"/>
                    <a:pt x="8350" y="8507"/>
                  </a:cubicBezTo>
                  <a:cubicBezTo>
                    <a:pt x="8917" y="8318"/>
                    <a:pt x="9358" y="7908"/>
                    <a:pt x="9673" y="7373"/>
                  </a:cubicBezTo>
                  <a:cubicBezTo>
                    <a:pt x="9894" y="6900"/>
                    <a:pt x="10051" y="6301"/>
                    <a:pt x="10051" y="5671"/>
                  </a:cubicBezTo>
                  <a:cubicBezTo>
                    <a:pt x="10051" y="4884"/>
                    <a:pt x="9736" y="4128"/>
                    <a:pt x="9137" y="3560"/>
                  </a:cubicBezTo>
                  <a:lnTo>
                    <a:pt x="9106" y="3529"/>
                  </a:lnTo>
                  <a:cubicBezTo>
                    <a:pt x="9137" y="3497"/>
                    <a:pt x="9200" y="3403"/>
                    <a:pt x="9200" y="3371"/>
                  </a:cubicBezTo>
                  <a:cubicBezTo>
                    <a:pt x="9515" y="3214"/>
                    <a:pt x="9736" y="2993"/>
                    <a:pt x="9894" y="2710"/>
                  </a:cubicBezTo>
                  <a:close/>
                  <a:moveTo>
                    <a:pt x="11500" y="8034"/>
                  </a:moveTo>
                  <a:lnTo>
                    <a:pt x="11500" y="11468"/>
                  </a:lnTo>
                  <a:lnTo>
                    <a:pt x="726" y="11468"/>
                  </a:lnTo>
                  <a:lnTo>
                    <a:pt x="726" y="11405"/>
                  </a:lnTo>
                  <a:lnTo>
                    <a:pt x="726" y="9672"/>
                  </a:lnTo>
                  <a:cubicBezTo>
                    <a:pt x="789" y="9641"/>
                    <a:pt x="883" y="9578"/>
                    <a:pt x="946" y="9515"/>
                  </a:cubicBezTo>
                  <a:cubicBezTo>
                    <a:pt x="1214" y="9326"/>
                    <a:pt x="1521" y="9231"/>
                    <a:pt x="1824" y="9231"/>
                  </a:cubicBezTo>
                  <a:cubicBezTo>
                    <a:pt x="2128" y="9231"/>
                    <a:pt x="2427" y="9326"/>
                    <a:pt x="2679" y="9515"/>
                  </a:cubicBezTo>
                  <a:cubicBezTo>
                    <a:pt x="3073" y="9830"/>
                    <a:pt x="3530" y="9987"/>
                    <a:pt x="3986" y="9987"/>
                  </a:cubicBezTo>
                  <a:cubicBezTo>
                    <a:pt x="4443" y="9987"/>
                    <a:pt x="4900" y="9830"/>
                    <a:pt x="5294" y="9515"/>
                  </a:cubicBezTo>
                  <a:cubicBezTo>
                    <a:pt x="5546" y="9326"/>
                    <a:pt x="5837" y="9231"/>
                    <a:pt x="6133" y="9231"/>
                  </a:cubicBezTo>
                  <a:cubicBezTo>
                    <a:pt x="6428" y="9231"/>
                    <a:pt x="6727" y="9326"/>
                    <a:pt x="6995" y="9515"/>
                  </a:cubicBezTo>
                  <a:cubicBezTo>
                    <a:pt x="7027" y="9515"/>
                    <a:pt x="7027" y="9578"/>
                    <a:pt x="7184" y="9641"/>
                  </a:cubicBezTo>
                  <a:cubicBezTo>
                    <a:pt x="7562" y="9893"/>
                    <a:pt x="8003" y="9987"/>
                    <a:pt x="8476" y="9987"/>
                  </a:cubicBezTo>
                  <a:cubicBezTo>
                    <a:pt x="9704" y="9987"/>
                    <a:pt x="10839" y="9105"/>
                    <a:pt x="11500" y="8034"/>
                  </a:cubicBezTo>
                  <a:close/>
                  <a:moveTo>
                    <a:pt x="3624" y="0"/>
                  </a:moveTo>
                  <a:cubicBezTo>
                    <a:pt x="3088" y="0"/>
                    <a:pt x="2584" y="315"/>
                    <a:pt x="2332" y="820"/>
                  </a:cubicBezTo>
                  <a:cubicBezTo>
                    <a:pt x="1828" y="1040"/>
                    <a:pt x="1513" y="1544"/>
                    <a:pt x="1513" y="2111"/>
                  </a:cubicBezTo>
                  <a:cubicBezTo>
                    <a:pt x="1513" y="2678"/>
                    <a:pt x="1828" y="3182"/>
                    <a:pt x="2332" y="3434"/>
                  </a:cubicBezTo>
                  <a:cubicBezTo>
                    <a:pt x="2584" y="3939"/>
                    <a:pt x="3057" y="4254"/>
                    <a:pt x="3624" y="4254"/>
                  </a:cubicBezTo>
                  <a:cubicBezTo>
                    <a:pt x="3876" y="4254"/>
                    <a:pt x="4160" y="4159"/>
                    <a:pt x="4349" y="4065"/>
                  </a:cubicBezTo>
                  <a:cubicBezTo>
                    <a:pt x="4380" y="4128"/>
                    <a:pt x="5042" y="4632"/>
                    <a:pt x="5042" y="5671"/>
                  </a:cubicBezTo>
                  <a:cubicBezTo>
                    <a:pt x="5042" y="6522"/>
                    <a:pt x="4538" y="7278"/>
                    <a:pt x="3750" y="7625"/>
                  </a:cubicBezTo>
                  <a:cubicBezTo>
                    <a:pt x="3164" y="7245"/>
                    <a:pt x="2502" y="7045"/>
                    <a:pt x="1837" y="7045"/>
                  </a:cubicBezTo>
                  <a:cubicBezTo>
                    <a:pt x="1287" y="7045"/>
                    <a:pt x="735" y="7182"/>
                    <a:pt x="221" y="7467"/>
                  </a:cubicBezTo>
                  <a:cubicBezTo>
                    <a:pt x="95" y="7562"/>
                    <a:pt x="1" y="7688"/>
                    <a:pt x="1" y="7782"/>
                  </a:cubicBezTo>
                  <a:lnTo>
                    <a:pt x="1" y="11815"/>
                  </a:lnTo>
                  <a:cubicBezTo>
                    <a:pt x="1" y="12004"/>
                    <a:pt x="158" y="12161"/>
                    <a:pt x="379" y="12161"/>
                  </a:cubicBezTo>
                  <a:lnTo>
                    <a:pt x="11815" y="12161"/>
                  </a:lnTo>
                  <a:cubicBezTo>
                    <a:pt x="12036" y="12161"/>
                    <a:pt x="12193" y="12004"/>
                    <a:pt x="12193" y="11815"/>
                  </a:cubicBezTo>
                  <a:lnTo>
                    <a:pt x="12193" y="5671"/>
                  </a:lnTo>
                  <a:cubicBezTo>
                    <a:pt x="12193" y="4128"/>
                    <a:pt x="11343" y="2710"/>
                    <a:pt x="10020" y="1954"/>
                  </a:cubicBezTo>
                  <a:cubicBezTo>
                    <a:pt x="9988" y="1450"/>
                    <a:pt x="9673" y="1009"/>
                    <a:pt x="9200" y="820"/>
                  </a:cubicBezTo>
                  <a:cubicBezTo>
                    <a:pt x="8948" y="315"/>
                    <a:pt x="8476" y="0"/>
                    <a:pt x="7909" y="0"/>
                  </a:cubicBezTo>
                  <a:cubicBezTo>
                    <a:pt x="7468" y="0"/>
                    <a:pt x="7121" y="189"/>
                    <a:pt x="6838" y="473"/>
                  </a:cubicBezTo>
                  <a:cubicBezTo>
                    <a:pt x="6554" y="158"/>
                    <a:pt x="6144" y="0"/>
                    <a:pt x="5766" y="0"/>
                  </a:cubicBezTo>
                  <a:cubicBezTo>
                    <a:pt x="5357" y="0"/>
                    <a:pt x="4979" y="189"/>
                    <a:pt x="4695" y="473"/>
                  </a:cubicBezTo>
                  <a:cubicBezTo>
                    <a:pt x="4412" y="158"/>
                    <a:pt x="4034" y="0"/>
                    <a:pt x="36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97">
              <a:extLst>
                <a:ext uri="{FF2B5EF4-FFF2-40B4-BE49-F238E27FC236}">
                  <a16:creationId xmlns:a16="http://schemas.microsoft.com/office/drawing/2014/main" id="{FC73E499-8A0C-A651-7038-CBD57DAC938D}"/>
                </a:ext>
              </a:extLst>
            </p:cNvPr>
            <p:cNvSpPr/>
            <p:nvPr/>
          </p:nvSpPr>
          <p:spPr>
            <a:xfrm>
              <a:off x="-16423275" y="2907500"/>
              <a:ext cx="35450" cy="35475"/>
            </a:xfrm>
            <a:custGeom>
              <a:avLst/>
              <a:gdLst/>
              <a:ahLst/>
              <a:cxnLst/>
              <a:rect l="l" t="t" r="r" b="b"/>
              <a:pathLst>
                <a:path w="1418" h="1419" extrusionOk="0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cubicBezTo>
                    <a:pt x="0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0" name="Google Shape;1130;p97">
            <a:extLst>
              <a:ext uri="{FF2B5EF4-FFF2-40B4-BE49-F238E27FC236}">
                <a16:creationId xmlns:a16="http://schemas.microsoft.com/office/drawing/2014/main" id="{6BDBC082-E23F-EBEF-3302-95882C07CCD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082769" y="1256447"/>
            <a:ext cx="4480784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-DK" sz="1600" dirty="0">
                <a:solidFill>
                  <a:schemeClr val="dk2"/>
                </a:solidFill>
              </a:rPr>
              <a:t>Peningkatan performa pencarian</a:t>
            </a:r>
            <a:endParaRPr lang="en-ID" sz="1600" dirty="0">
              <a:solidFill>
                <a:schemeClr val="dk2"/>
              </a:solidFill>
            </a:endParaRPr>
          </a:p>
        </p:txBody>
      </p:sp>
      <p:sp>
        <p:nvSpPr>
          <p:cNvPr id="1131" name="Google Shape;1131;p97">
            <a:extLst>
              <a:ext uri="{FF2B5EF4-FFF2-40B4-BE49-F238E27FC236}">
                <a16:creationId xmlns:a16="http://schemas.microsoft.com/office/drawing/2014/main" id="{F3460E88-557C-AC15-D6D0-39BA262E453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082768" y="2101141"/>
            <a:ext cx="4480784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2"/>
                </a:solidFill>
              </a:rPr>
              <a:t>Typing assistant</a:t>
            </a:r>
            <a:endParaRPr lang="en-ID" sz="1600" dirty="0">
              <a:solidFill>
                <a:schemeClr val="dk2"/>
              </a:solidFill>
            </a:endParaRPr>
          </a:p>
        </p:txBody>
      </p:sp>
      <p:sp>
        <p:nvSpPr>
          <p:cNvPr id="1132" name="Google Shape;1132;p97">
            <a:extLst>
              <a:ext uri="{FF2B5EF4-FFF2-40B4-BE49-F238E27FC236}">
                <a16:creationId xmlns:a16="http://schemas.microsoft.com/office/drawing/2014/main" id="{E4FF98E0-DE42-D816-8CCA-39887FEB4E9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082768" y="2927876"/>
            <a:ext cx="4480783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2"/>
                </a:solidFill>
              </a:rPr>
              <a:t>Peningkatan UI/UX</a:t>
            </a:r>
            <a:endParaRPr sz="1600" dirty="0">
              <a:solidFill>
                <a:schemeClr val="dk2"/>
              </a:solidFill>
            </a:endParaRPr>
          </a:p>
        </p:txBody>
      </p:sp>
      <p:sp>
        <p:nvSpPr>
          <p:cNvPr id="1133" name="Google Shape;1133;p97">
            <a:extLst>
              <a:ext uri="{FF2B5EF4-FFF2-40B4-BE49-F238E27FC236}">
                <a16:creationId xmlns:a16="http://schemas.microsoft.com/office/drawing/2014/main" id="{074D0673-699E-09B0-9B61-FF3A66EDCBC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082769" y="3777240"/>
            <a:ext cx="4480784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2"/>
                </a:solidFill>
              </a:rPr>
              <a:t>Hybrid search pada ulasan pengguna</a:t>
            </a:r>
            <a:endParaRPr sz="1600" dirty="0">
              <a:solidFill>
                <a:schemeClr val="dk2"/>
              </a:solidFill>
            </a:endParaRPr>
          </a:p>
        </p:txBody>
      </p:sp>
      <p:sp>
        <p:nvSpPr>
          <p:cNvPr id="3" name="Google Shape;949;p87">
            <a:extLst>
              <a:ext uri="{FF2B5EF4-FFF2-40B4-BE49-F238E27FC236}">
                <a16:creationId xmlns:a16="http://schemas.microsoft.com/office/drawing/2014/main" id="{69292405-E6A7-8ABB-4E34-EE6955716989}"/>
              </a:ext>
            </a:extLst>
          </p:cNvPr>
          <p:cNvSpPr txBox="1">
            <a:spLocks/>
          </p:cNvSpPr>
          <p:nvPr/>
        </p:nvSpPr>
        <p:spPr>
          <a:xfrm>
            <a:off x="546225" y="1763928"/>
            <a:ext cx="2173122" cy="2367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sv-SE" sz="1800" dirty="0"/>
              <a:t>Aplikasi ini dirancang sebagai mockup awal. Jika nantinya akan diimplementasikan. berikut ada beberapa saran pengembangan: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07126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127"/>
          <p:cNvSpPr/>
          <p:nvPr/>
        </p:nvSpPr>
        <p:spPr>
          <a:xfrm>
            <a:off x="3344750" y="-41075"/>
            <a:ext cx="4290028" cy="5798221"/>
          </a:xfrm>
          <a:custGeom>
            <a:avLst/>
            <a:gdLst/>
            <a:ahLst/>
            <a:cxnLst/>
            <a:rect l="l" t="t" r="r" b="b"/>
            <a:pathLst>
              <a:path w="284249" h="184907" extrusionOk="0">
                <a:moveTo>
                  <a:pt x="56382" y="184907"/>
                </a:moveTo>
                <a:lnTo>
                  <a:pt x="80709" y="184907"/>
                </a:lnTo>
                <a:cubicBezTo>
                  <a:pt x="149321" y="184907"/>
                  <a:pt x="147776" y="574"/>
                  <a:pt x="284249" y="574"/>
                </a:cubicBezTo>
                <a:lnTo>
                  <a:pt x="284249" y="0"/>
                </a:lnTo>
                <a:lnTo>
                  <a:pt x="0" y="0"/>
                </a:lnTo>
                <a:lnTo>
                  <a:pt x="0" y="165392"/>
                </a:lnTo>
                <a:cubicBezTo>
                  <a:pt x="19118" y="170248"/>
                  <a:pt x="37529" y="181110"/>
                  <a:pt x="56382" y="18490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1" name="Google Shape;1681;p127"/>
          <p:cNvSpPr/>
          <p:nvPr/>
        </p:nvSpPr>
        <p:spPr>
          <a:xfrm rot="-899976">
            <a:off x="3064849" y="1661949"/>
            <a:ext cx="7212467" cy="4112802"/>
          </a:xfrm>
          <a:custGeom>
            <a:avLst/>
            <a:gdLst/>
            <a:ahLst/>
            <a:cxnLst/>
            <a:rect l="l" t="t" r="r" b="b"/>
            <a:pathLst>
              <a:path w="274713" h="156651" extrusionOk="0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2" name="Google Shape;1682;p127"/>
          <p:cNvSpPr/>
          <p:nvPr/>
        </p:nvSpPr>
        <p:spPr>
          <a:xfrm rot="-1567082">
            <a:off x="3340380" y="1431016"/>
            <a:ext cx="7243467" cy="4595844"/>
          </a:xfrm>
          <a:custGeom>
            <a:avLst/>
            <a:gdLst/>
            <a:ahLst/>
            <a:cxnLst/>
            <a:rect l="l" t="t" r="r" b="b"/>
            <a:pathLst>
              <a:path w="274713" h="156651" extrusionOk="0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6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3" name="Google Shape;1683;p127"/>
          <p:cNvSpPr txBox="1">
            <a:spLocks noGrp="1"/>
          </p:cNvSpPr>
          <p:nvPr>
            <p:ph type="ctrTitle"/>
          </p:nvPr>
        </p:nvSpPr>
        <p:spPr>
          <a:xfrm>
            <a:off x="720000" y="319994"/>
            <a:ext cx="8520600" cy="15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684" name="Google Shape;1684;p127"/>
          <p:cNvSpPr txBox="1">
            <a:spLocks noGrp="1"/>
          </p:cNvSpPr>
          <p:nvPr>
            <p:ph type="subTitle" idx="1"/>
          </p:nvPr>
        </p:nvSpPr>
        <p:spPr>
          <a:xfrm>
            <a:off x="720000" y="1510875"/>
            <a:ext cx="81123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err="1"/>
              <a:t>Hubungi</a:t>
            </a:r>
            <a:r>
              <a:rPr lang="en-US" sz="1400" dirty="0"/>
              <a:t> </a:t>
            </a:r>
            <a:r>
              <a:rPr lang="en-US" sz="1400" dirty="0" err="1"/>
              <a:t>saya</a:t>
            </a:r>
            <a:r>
              <a:rPr lang="en-US" sz="1400" dirty="0"/>
              <a:t> di: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400" dirty="0"/>
          </a:p>
          <a:p>
            <a:pPr marL="36000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46000"/>
              <a:buFont typeface="Arial" panose="020B0604020202020204" pitchFamily="34" charset="0"/>
              <a:buChar char="•"/>
            </a:pPr>
            <a:r>
              <a:rPr lang="en" sz="1400" dirty="0">
                <a:hlinkClick r:id="rId3"/>
              </a:rPr>
              <a:t>muhammadkusumareza@gmail.com</a:t>
            </a:r>
            <a:endParaRPr lang="en" sz="1400" dirty="0"/>
          </a:p>
          <a:p>
            <a:pPr marL="36000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46000"/>
              <a:buFont typeface="Arial" panose="020B0604020202020204" pitchFamily="34" charset="0"/>
              <a:buChar char="•"/>
            </a:pPr>
            <a:endParaRPr lang="en" sz="1400" dirty="0"/>
          </a:p>
          <a:p>
            <a:pPr marL="36000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46000"/>
              <a:buFont typeface="Arial" panose="020B0604020202020204" pitchFamily="34" charset="0"/>
              <a:buChar char="•"/>
            </a:pPr>
            <a:r>
              <a:rPr lang="en-ID" sz="1400" dirty="0" err="1">
                <a:latin typeface="-apple-system"/>
                <a:hlinkClick r:id="rId4"/>
              </a:rPr>
              <a:t>m</a:t>
            </a:r>
            <a:r>
              <a:rPr lang="en-ID" sz="1400" b="0" i="0" dirty="0" err="1">
                <a:effectLst/>
                <a:latin typeface="-apple-system"/>
                <a:hlinkClick r:id="rId4"/>
              </a:rPr>
              <a:t>uhammadrezaadikusuma</a:t>
            </a:r>
            <a:endParaRPr lang="en-ID" sz="1400" b="0" i="0" dirty="0">
              <a:effectLst/>
              <a:latin typeface="-apple-system"/>
            </a:endParaRPr>
          </a:p>
          <a:p>
            <a:pPr marL="36000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46000"/>
              <a:buFont typeface="Arial" panose="020B0604020202020204" pitchFamily="34" charset="0"/>
              <a:buChar char="•"/>
            </a:pPr>
            <a:endParaRPr lang="en-ID" sz="1400" dirty="0">
              <a:latin typeface="-apple-system"/>
            </a:endParaRPr>
          </a:p>
          <a:p>
            <a:pPr marL="36000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46000"/>
              <a:buFont typeface="Arial" panose="020B0604020202020204" pitchFamily="34" charset="0"/>
              <a:buChar char="•"/>
            </a:pPr>
            <a:r>
              <a:rPr lang="en-ID" sz="1400" dirty="0">
                <a:latin typeface="-apple-system"/>
                <a:hlinkClick r:id="rId5"/>
              </a:rPr>
              <a:t>r</a:t>
            </a:r>
            <a:r>
              <a:rPr lang="en-ID" sz="1400" b="0" i="0" dirty="0">
                <a:effectLst/>
                <a:latin typeface="-apple-system"/>
                <a:hlinkClick r:id="rId5"/>
              </a:rPr>
              <a:t>ezakusuma40/</a:t>
            </a:r>
            <a:r>
              <a:rPr lang="en-ID" sz="1400" b="0" i="0" dirty="0" err="1">
                <a:effectLst/>
                <a:latin typeface="-apple-system"/>
                <a:hlinkClick r:id="rId5"/>
              </a:rPr>
              <a:t>internpro_bukit_vista</a:t>
            </a:r>
            <a:endParaRPr lang="en" sz="1400" b="0" i="0" dirty="0">
              <a:effectLst/>
              <a:latin typeface="-apple-system"/>
            </a:endParaRPr>
          </a:p>
          <a:p>
            <a:pPr marL="36000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46000"/>
              <a:buFont typeface="Arial" panose="020B0604020202020204" pitchFamily="34" charset="0"/>
              <a:buChar char="•"/>
            </a:pPr>
            <a:endParaRPr lang="en" sz="1400" dirty="0">
              <a:latin typeface="-apple-system"/>
            </a:endParaRPr>
          </a:p>
          <a:p>
            <a:pPr marL="36000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46000"/>
              <a:buFont typeface="Arial" panose="020B0604020202020204" pitchFamily="34" charset="0"/>
              <a:buChar char="•"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grpSp>
        <p:nvGrpSpPr>
          <p:cNvPr id="1694" name="Google Shape;1694;p127"/>
          <p:cNvGrpSpPr/>
          <p:nvPr/>
        </p:nvGrpSpPr>
        <p:grpSpPr>
          <a:xfrm>
            <a:off x="818819" y="2425607"/>
            <a:ext cx="295629" cy="295712"/>
            <a:chOff x="1323129" y="2571761"/>
            <a:chExt cx="417024" cy="417024"/>
          </a:xfrm>
        </p:grpSpPr>
        <p:sp>
          <p:nvSpPr>
            <p:cNvPr id="1695" name="Google Shape;1695;p127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127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127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127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2082;p151">
            <a:extLst>
              <a:ext uri="{FF2B5EF4-FFF2-40B4-BE49-F238E27FC236}">
                <a16:creationId xmlns:a16="http://schemas.microsoft.com/office/drawing/2014/main" id="{F7DC038D-6F56-2ACC-1C08-073D377CA188}"/>
              </a:ext>
            </a:extLst>
          </p:cNvPr>
          <p:cNvSpPr/>
          <p:nvPr/>
        </p:nvSpPr>
        <p:spPr>
          <a:xfrm>
            <a:off x="818819" y="2041751"/>
            <a:ext cx="295658" cy="221270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rgbClr val="337E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19D574-2813-CC3D-75BC-2F32F01CD9C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9251" y="2820477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45115"/>
      </p:ext>
    </p:extLst>
  </p:cSld>
  <p:clrMapOvr>
    <a:masterClrMapping/>
  </p:clrMapOvr>
</p:sld>
</file>

<file path=ppt/theme/theme1.xml><?xml version="1.0" encoding="utf-8"?>
<a:theme xmlns:a="http://schemas.openxmlformats.org/drawingml/2006/main" name="XL Hotel Marketing by Slidesgo">
  <a:themeElements>
    <a:clrScheme name="Simple Light">
      <a:dk1>
        <a:srgbClr val="000000"/>
      </a:dk1>
      <a:lt1>
        <a:srgbClr val="FFFFFF"/>
      </a:lt1>
      <a:dk2>
        <a:srgbClr val="337E90"/>
      </a:dk2>
      <a:lt2>
        <a:srgbClr val="9FC3CB"/>
      </a:lt2>
      <a:accent1>
        <a:srgbClr val="E1E7EC"/>
      </a:accent1>
      <a:accent2>
        <a:srgbClr val="212121"/>
      </a:accent2>
      <a:accent3>
        <a:srgbClr val="78909C"/>
      </a:accent3>
      <a:accent4>
        <a:srgbClr val="D7DFE5"/>
      </a:accent4>
      <a:accent5>
        <a:srgbClr val="9FC3CB"/>
      </a:accent5>
      <a:accent6>
        <a:srgbClr val="78909C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1340</TotalTime>
  <Words>452</Words>
  <Application>Microsoft Office PowerPoint</Application>
  <PresentationFormat>On-screen Show (16:9)</PresentationFormat>
  <Paragraphs>65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Roboto Light</vt:lpstr>
      <vt:lpstr>Lato</vt:lpstr>
      <vt:lpstr>Open Sans</vt:lpstr>
      <vt:lpstr>Poppins</vt:lpstr>
      <vt:lpstr>Josefin Sans Medium</vt:lpstr>
      <vt:lpstr>Josefin Sans</vt:lpstr>
      <vt:lpstr>-apple-system</vt:lpstr>
      <vt:lpstr>Arial</vt:lpstr>
      <vt:lpstr>Lato Light</vt:lpstr>
      <vt:lpstr>XL Hotel Marketing by Slidesgo</vt:lpstr>
      <vt:lpstr>HYBRID SEARCH IMPLEMENTATION ON BUKIT VISTA</vt:lpstr>
      <vt:lpstr>SEKILAS TENTANG BUKIT VISTA</vt:lpstr>
      <vt:lpstr>PROBLEM STATEMENT</vt:lpstr>
      <vt:lpstr>PowerPoint Presentation</vt:lpstr>
      <vt:lpstr>INITIAL ETL</vt:lpstr>
      <vt:lpstr>PowerPoint Presentation</vt:lpstr>
      <vt:lpstr>DEPLOYMENT DEMO</vt:lpstr>
      <vt:lpstr>FUTURE IMPROVEMENT IDEAS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reza kusuma</cp:lastModifiedBy>
  <cp:revision>29</cp:revision>
  <dcterms:modified xsi:type="dcterms:W3CDTF">2025-05-31T07:02:56Z</dcterms:modified>
</cp:coreProperties>
</file>